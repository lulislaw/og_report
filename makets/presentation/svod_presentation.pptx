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</p:sldIdLst>
  <p:sldSz cx="12192000" cy="6858000"/>
  <p:notesSz cx="6797675" cy="9926638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54" userDrawn="1">
          <p15:clr>
            <a:srgbClr val="A4A3A4"/>
          </p15:clr>
        </p15:guide>
        <p15:guide id="2" pos="7537" userDrawn="1">
          <p15:clr>
            <a:srgbClr val="A4A3A4"/>
          </p15:clr>
        </p15:guide>
        <p15:guide id="3" pos="166" userDrawn="1">
          <p15:clr>
            <a:srgbClr val="A4A3A4"/>
          </p15:clr>
        </p15:guide>
        <p15:guide id="4" orient="horz" pos="42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84" autoAdjust="0"/>
    <p:restoredTop sz="96323" autoAdjust="0"/>
  </p:normalViewPr>
  <p:slideViewPr>
    <p:cSldViewPr snapToGrid="0">
      <p:cViewPr varScale="1">
        <p:scale>
          <a:sx n="153" d="100"/>
          <a:sy n="153" d="100"/>
        </p:scale>
        <p:origin x="732" y="138"/>
      </p:cViewPr>
      <p:guideLst>
        <p:guide orient="horz" pos="754"/>
        <p:guide pos="7537"/>
        <p:guide pos="166"/>
        <p:guide orient="horz" pos="429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1EB66-2669-4FB0-B2CA-DEDAF6765CB0}" type="datetimeFigureOut">
              <a:rPr lang="ru-RU" smtClean="0"/>
              <a:t>11.02.2026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FE9AE3-CC77-408A-9CE7-B3F29179C649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673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50760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09783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7490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1994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4133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144734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51740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21167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856400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1331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749398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60770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3562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424081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04564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26985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01513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268C1-D308-E684-724C-5E550CFD6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D642F4A-53F5-EC47-EE32-36186C10E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05B24C-B3B3-B19E-52F4-FE3813293E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69F344B-1370-E207-736E-CC12C504B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42568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254C1-57A4-4151-174E-E3F29113B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FBAD2BA-B630-E618-5894-57654EDE26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F075509-584B-CE40-2350-88AD8EE003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F0C445-5C18-7D76-AE8C-B0DC1E3B47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624243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B9837-7483-0DB1-2668-917895FE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5D56D76-72A8-B81C-8201-7DF36C5DC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3D33BE0-48DD-F773-CB24-71EEBAD16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C7C722-CA29-E662-2C04-F2258B679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42778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B9837-7483-0DB1-2668-917895FE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5D56D76-72A8-B81C-8201-7DF36C5DC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3D33BE0-48DD-F773-CB24-71EEBAD16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C7C722-CA29-E662-2C04-F2258B679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901477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B9837-7483-0DB1-2668-917895FE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5D56D76-72A8-B81C-8201-7DF36C5DC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3D33BE0-48DD-F773-CB24-71EEBAD16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C7C722-CA29-E662-2C04-F2258B679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21657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B9837-7483-0DB1-2668-917895FEE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5D56D76-72A8-B81C-8201-7DF36C5DC4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3D33BE0-48DD-F773-CB24-71EEBAD16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C7C722-CA29-E662-2C04-F2258B679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FE9AE3-CC77-408A-9CE7-B3F29179C649}" type="slidenum">
              <a:rPr lang="ru-RU" smtClean="0"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22024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24E2A7-98D7-49CC-B000-89C34B2E56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BA22E7D-51C1-4513-A4D0-B41CA5C14D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9D2D28-BC86-4D34-AE08-DFF0AF1DA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11.02.2026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E5609E-F2B9-4775-BB4B-4E0909CF1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88AEF6-CA2D-4F1D-8102-780AAB72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2301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6FB15E-307B-45E3-A4D7-8A3163121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26EF9E-950B-4A13-AFEA-7195A839A8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4EBAFF-F5F9-4048-93BA-A1B99037A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11.02.2026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834B8A-CF01-4EC5-A870-DAD6AEB29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0743D6-6C9F-479D-8AB0-2F801FC60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74041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45C496-42B2-40CD-BE52-31C4E447D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F2A59C-34F6-4A82-94EE-3500BAEBB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88253E7-71B4-45F0-ACFD-47B3F1E1B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11.02.2026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B6D16E-8112-4816-AF25-3D28DD58E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FDDAC-9939-4D88-9D78-CA1FCE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568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31D398-FB45-4325-8A1D-2072F41F9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56030C-7DD4-4284-9477-A232536BF1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0E9AA34-BB75-4546-898B-6407CB5E6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1ABF5A-EC0E-4FD2-BD49-8AEDB05AB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11.02.2026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1854965-0216-46DC-ADC2-3F9FA056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2AF235-25C8-4C4D-A185-82B596378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01105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6F4D2B-A21F-424A-B6AA-F3733CB71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E719C0-5F68-4204-9E86-98A3DB11C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D3F4086-7D6E-4AEB-B8DB-614863C8E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B5AD37-451A-4FD8-BF4F-C0C075D648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4710E0A-3934-4080-B569-74F8A84590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907B208-0C4C-4077-8354-338918703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11.02.2026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52031EE-A849-49BC-A2EE-5EAE0FCE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9985F33-BC74-4D6C-BEEA-445387BF1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8718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D09CC9-B221-42BF-8485-BEA098DDE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FE86128-0652-4269-8B2E-9B86E6FB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11.02.2026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58F2C7D-EA62-423A-B174-57898D954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07B6F68-491A-40CB-8D24-6F3B5467A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2133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1473BE8-612D-469F-BF26-7B33F7F15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11.02.2026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2A8877-3A54-4F24-A3FF-0AA0F9BAA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BF90AE3-470A-49D1-9C58-9D95505B7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4246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7C7D4C-18C0-4B34-AA26-938F731A1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CFE3313-352A-4805-9630-4B93F7AB9B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544270-75C8-4D95-AE02-D486925931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9BD843-F526-4910-B815-FCD5FAE60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11.02.2026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9A1826-AEF3-4644-A6D5-6906F5459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1339C5-8021-4A68-BD08-FCBF3E443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636830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03FE8C-8090-467D-B4D4-9FF7A05E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438F536-ED24-4E46-9703-52BEEF06C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E793D27-B602-418A-B468-42C357C74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55694B3-9D47-4588-83B7-E86232372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11.02.2026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F28C96A-51EC-435D-9D0B-E88A89DE3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FDC31B-4983-469E-8912-7E5967E56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4896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C5AECE-7D82-4932-AFCF-427B1F3D3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0DDF18D-DD7A-4A96-8DA5-6DC5AFE8B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493A6D-2707-482F-9FD5-4BFF93308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11.02.2026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959CEE6-BE5A-4336-AFDC-DF8004550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86E92D9-914C-4DEC-9818-E463D6486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6788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FEAACCF-929C-4B55-B7CB-54C8CF3E08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6DCC79-D830-48B7-9D73-B6DE9CC0B9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907670-3234-4EA2-BE4B-4AC2169BA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EAFF1-4F50-49FA-85EB-8D78EC55DD67}" type="datetimeFigureOut">
              <a:rPr lang="ru-RU" smtClean="0"/>
              <a:t>11.02.2026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7E699F-988D-44E6-841A-9EBBA1C6D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5A481E-0783-4040-AF58-33F73F256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342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21E27F-0301-4724-A1D0-F5973882D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58F22A6-E3A2-422B-B3B2-DF8EC1DEF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7E2B7C9-81F6-4CFB-A0BF-BF97677C0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EEAFF1-4F50-49FA-85EB-8D78EC55DD67}" type="datetimeFigureOut">
              <a:rPr lang="ru-RU" smtClean="0"/>
              <a:t>11.02.2026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1FC2A10-E2FD-4070-9BA4-0C37DB2559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9418D69-23FA-4280-97E1-288B27C7C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31CF1-B2BB-4C83-A7F9-FC6195B83185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991741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1682" y="893158"/>
            <a:ext cx="120918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административным округам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1C3E0A6A-003D-4012-8F51-C054DD4FCF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800519"/>
              </p:ext>
            </p:extLst>
          </p:nvPr>
        </p:nvGraphicFramePr>
        <p:xfrm>
          <a:off x="386910" y="1295712"/>
          <a:ext cx="11424085" cy="5358906"/>
        </p:xfrm>
        <a:graphic>
          <a:graphicData uri="http://schemas.openxmlformats.org/drawingml/2006/table">
            <a:tbl>
              <a:tblPr/>
              <a:tblGrid>
                <a:gridCol w="382063">
                  <a:extLst>
                    <a:ext uri="{9D8B030D-6E8A-4147-A177-3AD203B41FA5}">
                      <a16:colId xmlns:a16="http://schemas.microsoft.com/office/drawing/2014/main" val="3210460924"/>
                    </a:ext>
                  </a:extLst>
                </a:gridCol>
                <a:gridCol w="2244619">
                  <a:extLst>
                    <a:ext uri="{9D8B030D-6E8A-4147-A177-3AD203B41FA5}">
                      <a16:colId xmlns:a16="http://schemas.microsoft.com/office/drawing/2014/main" val="738769531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2969810318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2224219045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709548386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2914201017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2334406996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2593185297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459640228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2253310776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1047719310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2046774508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3283499144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1666894229"/>
                    </a:ext>
                  </a:extLst>
                </a:gridCol>
                <a:gridCol w="614883">
                  <a:extLst>
                    <a:ext uri="{9D8B030D-6E8A-4147-A177-3AD203B41FA5}">
                      <a16:colId xmlns:a16="http://schemas.microsoft.com/office/drawing/2014/main" val="663138704"/>
                    </a:ext>
                  </a:extLst>
                </a:gridCol>
                <a:gridCol w="803924">
                  <a:extLst>
                    <a:ext uri="{9D8B030D-6E8A-4147-A177-3AD203B41FA5}">
                      <a16:colId xmlns:a16="http://schemas.microsoft.com/office/drawing/2014/main" val="1587925657"/>
                    </a:ext>
                  </a:extLst>
                </a:gridCol>
              </a:tblGrid>
              <a:tr h="37195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ЦАО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САО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СВАО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ВАО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ЮВАО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ЮАО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ЮЗАО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ЗАО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СЗАО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ЗелАО</a:t>
                      </a:r>
                      <a:endParaRPr lang="ru-RU" sz="1400" b="1" i="0" u="none" strike="noStrike" dirty="0">
                        <a:solidFill>
                          <a:srgbClr val="FFFFFF"/>
                        </a:solidFill>
                        <a:effectLst/>
                        <a:latin typeface="Golos UI Medium" panose="020B0604020202020204"/>
                      </a:endParaRP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ТиНАО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ГБУ «АВД»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Иные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235786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1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t1ob*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EF6B6B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*t1su*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65361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2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EF6B6B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*t2su*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781440"/>
                  </a:ext>
                </a:extLst>
              </a:tr>
              <a:tr h="40686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3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rgbClr val="EF6B6B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*t3su*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887063"/>
                  </a:ext>
                </a:extLst>
              </a:tr>
              <a:tr h="325324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4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539981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5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587805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6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891254"/>
                  </a:ext>
                </a:extLst>
              </a:tr>
              <a:tr h="383802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7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6714975"/>
                  </a:ext>
                </a:extLst>
              </a:tr>
              <a:tr h="25957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8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249252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9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06509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10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35145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11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*t11ot*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3762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"/>
                        </a:rPr>
                        <a:t>12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*t12c*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*t12s*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*t12sv*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*t12yv*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*t12y*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*t12yz*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*t12sz*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*t12ze*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*t12ti*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*t12ob*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12</a:t>
                      </a:r>
                      <a:r>
                        <a:rPr 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ot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2555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*t12su*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152334"/>
                  </a:ext>
                </a:extLst>
              </a:tr>
              <a:tr h="671804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    ОБЩИЙ ИТОГ</a:t>
                      </a:r>
                    </a:p>
                  </a:txBody>
                  <a:tcPr marL="4825" marR="4825" marT="48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tsuc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tsus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tsusv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tsuv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tsuyv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tsuy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tsuyz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tsuz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tsusz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tsuze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tsuti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tsuob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2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tsuot</a:t>
                      </a:r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  <a:r>
                        <a:rPr lang="en-US" sz="1600" b="0" i="0" u="none" strike="noStrike" dirty="0" err="1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tsusu</a:t>
                      </a:r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2003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1429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6036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ЦАО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B10AE48D-C044-4D71-BB9B-611ECAF2D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9990101"/>
              </p:ext>
            </p:extLst>
          </p:nvPr>
        </p:nvGraphicFramePr>
        <p:xfrm>
          <a:off x="326071" y="1157990"/>
          <a:ext cx="11459533" cy="5437291"/>
        </p:xfrm>
        <a:graphic>
          <a:graphicData uri="http://schemas.openxmlformats.org/drawingml/2006/table">
            <a:tbl>
              <a:tblPr/>
              <a:tblGrid>
                <a:gridCol w="427462">
                  <a:extLst>
                    <a:ext uri="{9D8B030D-6E8A-4147-A177-3AD203B41FA5}">
                      <a16:colId xmlns:a16="http://schemas.microsoft.com/office/drawing/2014/main" val="2761872521"/>
                    </a:ext>
                  </a:extLst>
                </a:gridCol>
                <a:gridCol w="3831680">
                  <a:extLst>
                    <a:ext uri="{9D8B030D-6E8A-4147-A177-3AD203B41FA5}">
                      <a16:colId xmlns:a16="http://schemas.microsoft.com/office/drawing/2014/main" val="3967400486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1109507399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3367887566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2943158403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199381767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1579935489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3391678003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99651340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2617213853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3218161474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1300340154"/>
                    </a:ext>
                  </a:extLst>
                </a:gridCol>
                <a:gridCol w="654581">
                  <a:extLst>
                    <a:ext uri="{9D8B030D-6E8A-4147-A177-3AD203B41FA5}">
                      <a16:colId xmlns:a16="http://schemas.microsoft.com/office/drawing/2014/main" val="1475275964"/>
                    </a:ext>
                  </a:extLst>
                </a:gridCol>
              </a:tblGrid>
              <a:tr h="158969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@rc10@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0657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978153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60343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59695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03966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7865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9743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976459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59459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3690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317283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2708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@c108@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@c120@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@cs1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2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4051486"/>
                  </a:ext>
                </a:extLst>
              </a:tr>
              <a:tr h="391595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@cis@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6608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0346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6036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САО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7D9A35-FB70-4723-92F5-42BC0E0A6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651429"/>
              </p:ext>
            </p:extLst>
          </p:nvPr>
        </p:nvGraphicFramePr>
        <p:xfrm>
          <a:off x="273872" y="1122675"/>
          <a:ext cx="11528657" cy="5779202"/>
        </p:xfrm>
        <a:graphic>
          <a:graphicData uri="http://schemas.openxmlformats.org/drawingml/2006/table">
            <a:tbl>
              <a:tblPr/>
              <a:tblGrid>
                <a:gridCol w="409791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2781352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571887026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4131296118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2518115992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1248644244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1920301477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3628476390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3109155548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3320679031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2978126090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2649555151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1701098814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3449788613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4232151958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1405034622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281972383"/>
                    </a:ext>
                  </a:extLst>
                </a:gridCol>
                <a:gridCol w="490442">
                  <a:extLst>
                    <a:ext uri="{9D8B030D-6E8A-4147-A177-3AD203B41FA5}">
                      <a16:colId xmlns:a16="http://schemas.microsoft.com/office/drawing/2014/main" val="159133353"/>
                    </a:ext>
                  </a:extLst>
                </a:gridCol>
              </a:tblGrid>
              <a:tr h="119545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@rs13@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@rs14@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@rs15@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@rs16@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344351"/>
                  </a:ext>
                </a:extLst>
              </a:tr>
              <a:tr h="3367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</a:t>
                      </a: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2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@s108@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@s192@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7152390"/>
                  </a:ext>
                </a:extLst>
              </a:tr>
              <a:tr h="44609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593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6036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СВАО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CA60B105-1D15-4B26-94B5-059636DB9C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319910"/>
              </p:ext>
            </p:extLst>
          </p:nvPr>
        </p:nvGraphicFramePr>
        <p:xfrm>
          <a:off x="285366" y="1098915"/>
          <a:ext cx="11630409" cy="5925809"/>
        </p:xfrm>
        <a:graphic>
          <a:graphicData uri="http://schemas.openxmlformats.org/drawingml/2006/table">
            <a:tbl>
              <a:tblPr/>
              <a:tblGrid>
                <a:gridCol w="396056">
                  <a:extLst>
                    <a:ext uri="{9D8B030D-6E8A-4147-A177-3AD203B41FA5}">
                      <a16:colId xmlns:a16="http://schemas.microsoft.com/office/drawing/2014/main" val="2259328507"/>
                    </a:ext>
                  </a:extLst>
                </a:gridCol>
                <a:gridCol w="2688133">
                  <a:extLst>
                    <a:ext uri="{9D8B030D-6E8A-4147-A177-3AD203B41FA5}">
                      <a16:colId xmlns:a16="http://schemas.microsoft.com/office/drawing/2014/main" val="1839152897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2174730767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3041914602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957069604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1430971840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3935346758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1654169398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329009798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4036980340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861419935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1998573926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2511745914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3207099010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547491026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203086848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4124003269"/>
                    </a:ext>
                  </a:extLst>
                </a:gridCol>
                <a:gridCol w="474004">
                  <a:extLst>
                    <a:ext uri="{9D8B030D-6E8A-4147-A177-3AD203B41FA5}">
                      <a16:colId xmlns:a16="http://schemas.microsoft.com/office/drawing/2014/main" val="139916786"/>
                    </a:ext>
                  </a:extLst>
                </a:gridCol>
                <a:gridCol w="447806">
                  <a:extLst>
                    <a:ext uri="{9D8B030D-6E8A-4147-A177-3AD203B41FA5}">
                      <a16:colId xmlns:a16="http://schemas.microsoft.com/office/drawing/2014/main" val="776929934"/>
                    </a:ext>
                  </a:extLst>
                </a:gridCol>
                <a:gridCol w="514350">
                  <a:extLst>
                    <a:ext uri="{9D8B030D-6E8A-4147-A177-3AD203B41FA5}">
                      <a16:colId xmlns:a16="http://schemas.microsoft.com/office/drawing/2014/main" val="2819201811"/>
                    </a:ext>
                  </a:extLst>
                </a:gridCol>
              </a:tblGrid>
              <a:tr h="13519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@rsv17@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740" marR="5740" marT="574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8545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602965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122573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066642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901858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8889013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504604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309677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860390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193218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562474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01753"/>
                  </a:ext>
                </a:extLst>
              </a:tr>
              <a:tr h="3203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12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"/>
                        <a:ea typeface="+mn-ea"/>
                        <a:cs typeface="+mn-cs"/>
                      </a:endParaRPr>
                    </a:p>
                  </a:txBody>
                  <a:tcPr marL="5740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@sv108@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@sv192@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@sv204@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367962"/>
                  </a:ext>
                </a:extLst>
              </a:tr>
              <a:tr h="405323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3319" marR="5740" marT="574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@svis@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829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1540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6036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ВАО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7CC169F4-63CB-45AF-95F0-3EC49C980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130688"/>
              </p:ext>
            </p:extLst>
          </p:nvPr>
        </p:nvGraphicFramePr>
        <p:xfrm>
          <a:off x="282341" y="1157991"/>
          <a:ext cx="11681054" cy="5968677"/>
        </p:xfrm>
        <a:graphic>
          <a:graphicData uri="http://schemas.openxmlformats.org/drawingml/2006/table">
            <a:tbl>
              <a:tblPr/>
              <a:tblGrid>
                <a:gridCol w="415208">
                  <a:extLst>
                    <a:ext uri="{9D8B030D-6E8A-4147-A177-3AD203B41FA5}">
                      <a16:colId xmlns:a16="http://schemas.microsoft.com/office/drawing/2014/main" val="3848755621"/>
                    </a:ext>
                  </a:extLst>
                </a:gridCol>
                <a:gridCol w="2818120">
                  <a:extLst>
                    <a:ext uri="{9D8B030D-6E8A-4147-A177-3AD203B41FA5}">
                      <a16:colId xmlns:a16="http://schemas.microsoft.com/office/drawing/2014/main" val="3360163500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4269272478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3563702751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2000114288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3631029149"/>
                    </a:ext>
                  </a:extLst>
                </a:gridCol>
                <a:gridCol w="427138">
                  <a:extLst>
                    <a:ext uri="{9D8B030D-6E8A-4147-A177-3AD203B41FA5}">
                      <a16:colId xmlns:a16="http://schemas.microsoft.com/office/drawing/2014/main" val="103811252"/>
                    </a:ext>
                  </a:extLst>
                </a:gridCol>
                <a:gridCol w="566713">
                  <a:extLst>
                    <a:ext uri="{9D8B030D-6E8A-4147-A177-3AD203B41FA5}">
                      <a16:colId xmlns:a16="http://schemas.microsoft.com/office/drawing/2014/main" val="2057247368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2544764321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1689458259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1495954927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3645844459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4069815168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2239355808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1528459318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3074554132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1882246776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2767685007"/>
                    </a:ext>
                  </a:extLst>
                </a:gridCol>
                <a:gridCol w="496925">
                  <a:extLst>
                    <a:ext uri="{9D8B030D-6E8A-4147-A177-3AD203B41FA5}">
                      <a16:colId xmlns:a16="http://schemas.microsoft.com/office/drawing/2014/main" val="1412771853"/>
                    </a:ext>
                  </a:extLst>
                </a:gridCol>
              </a:tblGrid>
              <a:tr h="139477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@rv13@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@rv14@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@rv15@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@rv16@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036025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@vs1@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579791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@vs2@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9949611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@vs3@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043932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@vs4@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98676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@vs5@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6057048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@vs6@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658417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@vs7@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896417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@vs8@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079717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@vs9@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958917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@vs10@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843643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@vs11@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841101"/>
                  </a:ext>
                </a:extLst>
              </a:tr>
              <a:tr h="30941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12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@v108@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@v192@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@vs12@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9303271"/>
                  </a:ext>
                </a:extLst>
              </a:tr>
              <a:tr h="3941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@vis@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6311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2225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812436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ЮВАО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4BBB17AB-6487-4289-B680-2B9053471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0638577"/>
              </p:ext>
            </p:extLst>
          </p:nvPr>
        </p:nvGraphicFramePr>
        <p:xfrm>
          <a:off x="328425" y="1253333"/>
          <a:ext cx="11634970" cy="5931653"/>
        </p:xfrm>
        <a:graphic>
          <a:graphicData uri="http://schemas.openxmlformats.org/drawingml/2006/table">
            <a:tbl>
              <a:tblPr/>
              <a:tblGrid>
                <a:gridCol w="498377">
                  <a:extLst>
                    <a:ext uri="{9D8B030D-6E8A-4147-A177-3AD203B41FA5}">
                      <a16:colId xmlns:a16="http://schemas.microsoft.com/office/drawing/2014/main" val="3681044346"/>
                    </a:ext>
                  </a:extLst>
                </a:gridCol>
                <a:gridCol w="3382600">
                  <a:extLst>
                    <a:ext uri="{9D8B030D-6E8A-4147-A177-3AD203B41FA5}">
                      <a16:colId xmlns:a16="http://schemas.microsoft.com/office/drawing/2014/main" val="2241931296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2193003089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3938217681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1586780731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487790661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3056052099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1277427517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3603952230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2501280029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4173515810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2591083647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398665191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120983764"/>
                    </a:ext>
                  </a:extLst>
                </a:gridCol>
                <a:gridCol w="596461">
                  <a:extLst>
                    <a:ext uri="{9D8B030D-6E8A-4147-A177-3AD203B41FA5}">
                      <a16:colId xmlns:a16="http://schemas.microsoft.com/office/drawing/2014/main" val="3909521574"/>
                    </a:ext>
                  </a:extLst>
                </a:gridCol>
              </a:tblGrid>
              <a:tr h="135774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@ryv12@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8082945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@yvs1@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094694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@yvs2@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560072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@yvs3@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427341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@yvs4@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060949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@yvs5@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380218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@yvs6@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5815136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@yvs7@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8300851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@yvs8@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230042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@yvs9@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464399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@yvs10@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442571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@yvs11@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7945126"/>
                  </a:ext>
                </a:extLst>
              </a:tr>
              <a:tr h="32015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12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@yv108@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@yv144@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@yvs12@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5983713"/>
                  </a:ext>
                </a:extLst>
              </a:tr>
              <a:tr h="40505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@yvis@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326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1151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6036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ЮАО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7C8F4E6C-772A-4EB5-AC7E-EE505F6AA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050568"/>
              </p:ext>
            </p:extLst>
          </p:nvPr>
        </p:nvGraphicFramePr>
        <p:xfrm>
          <a:off x="194733" y="1157991"/>
          <a:ext cx="11861793" cy="5941905"/>
        </p:xfrm>
        <a:graphic>
          <a:graphicData uri="http://schemas.openxmlformats.org/drawingml/2006/table">
            <a:tbl>
              <a:tblPr/>
              <a:tblGrid>
                <a:gridCol w="421633">
                  <a:extLst>
                    <a:ext uri="{9D8B030D-6E8A-4147-A177-3AD203B41FA5}">
                      <a16:colId xmlns:a16="http://schemas.microsoft.com/office/drawing/2014/main" val="3437853015"/>
                    </a:ext>
                  </a:extLst>
                </a:gridCol>
                <a:gridCol w="2861722">
                  <a:extLst>
                    <a:ext uri="{9D8B030D-6E8A-4147-A177-3AD203B41FA5}">
                      <a16:colId xmlns:a16="http://schemas.microsoft.com/office/drawing/2014/main" val="3206820155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426704697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185722096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2090965075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2313662468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3929429091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3563411028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3204894975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1839226695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1509206700"/>
                    </a:ext>
                  </a:extLst>
                </a:gridCol>
                <a:gridCol w="500132">
                  <a:extLst>
                    <a:ext uri="{9D8B030D-6E8A-4147-A177-3AD203B41FA5}">
                      <a16:colId xmlns:a16="http://schemas.microsoft.com/office/drawing/2014/main" val="1365306130"/>
                    </a:ext>
                  </a:extLst>
                </a:gridCol>
                <a:gridCol w="536331">
                  <a:extLst>
                    <a:ext uri="{9D8B030D-6E8A-4147-A177-3AD203B41FA5}">
                      <a16:colId xmlns:a16="http://schemas.microsoft.com/office/drawing/2014/main" val="4023188566"/>
                    </a:ext>
                  </a:extLst>
                </a:gridCol>
                <a:gridCol w="609131">
                  <a:extLst>
                    <a:ext uri="{9D8B030D-6E8A-4147-A177-3AD203B41FA5}">
                      <a16:colId xmlns:a16="http://schemas.microsoft.com/office/drawing/2014/main" val="3224079417"/>
                    </a:ext>
                  </a:extLst>
                </a:gridCol>
                <a:gridCol w="372862">
                  <a:extLst>
                    <a:ext uri="{9D8B030D-6E8A-4147-A177-3AD203B41FA5}">
                      <a16:colId xmlns:a16="http://schemas.microsoft.com/office/drawing/2014/main" val="692267527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408480031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540049954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3749077007"/>
                    </a:ext>
                  </a:extLst>
                </a:gridCol>
                <a:gridCol w="504614">
                  <a:extLst>
                    <a:ext uri="{9D8B030D-6E8A-4147-A177-3AD203B41FA5}">
                      <a16:colId xmlns:a16="http://schemas.microsoft.com/office/drawing/2014/main" val="2462648222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@ry13@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@ry14@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@ry15@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@ry16@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94567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60770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611997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9813604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8252377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879741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341069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866004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0082165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1837310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4531531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4594986"/>
                  </a:ext>
                </a:extLst>
              </a:tr>
              <a:tr h="33484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12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@y108@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@y192@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5089186"/>
                  </a:ext>
                </a:extLst>
              </a:tr>
              <a:tr h="42364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5104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5032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6036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ЮЗАО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F9D2426B-81DA-4744-A11C-B1F39B5AD2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861908"/>
              </p:ext>
            </p:extLst>
          </p:nvPr>
        </p:nvGraphicFramePr>
        <p:xfrm>
          <a:off x="328426" y="1157991"/>
          <a:ext cx="11474110" cy="6003782"/>
        </p:xfrm>
        <a:graphic>
          <a:graphicData uri="http://schemas.openxmlformats.org/drawingml/2006/table">
            <a:tbl>
              <a:tblPr/>
              <a:tblGrid>
                <a:gridCol w="491486">
                  <a:extLst>
                    <a:ext uri="{9D8B030D-6E8A-4147-A177-3AD203B41FA5}">
                      <a16:colId xmlns:a16="http://schemas.microsoft.com/office/drawing/2014/main" val="137031210"/>
                    </a:ext>
                  </a:extLst>
                </a:gridCol>
                <a:gridCol w="3335829">
                  <a:extLst>
                    <a:ext uri="{9D8B030D-6E8A-4147-A177-3AD203B41FA5}">
                      <a16:colId xmlns:a16="http://schemas.microsoft.com/office/drawing/2014/main" val="674698838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2236480614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700449738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3914425448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1876992263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2611124907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1574508553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3655290470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1054156159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3412628257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872875851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1062787291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1116448956"/>
                    </a:ext>
                  </a:extLst>
                </a:gridCol>
                <a:gridCol w="588215">
                  <a:extLst>
                    <a:ext uri="{9D8B030D-6E8A-4147-A177-3AD203B41FA5}">
                      <a16:colId xmlns:a16="http://schemas.microsoft.com/office/drawing/2014/main" val="3498810956"/>
                    </a:ext>
                  </a:extLst>
                </a:gridCol>
              </a:tblGrid>
              <a:tr h="142987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@ryz12@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966605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@yzs1@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979601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@yzs2@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872295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@yzs3@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630107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@yzs4@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1768999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@yzs5@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524070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@yzs6@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406724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@yzs7@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904890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@yzs8@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967342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@yzs9@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7828222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@yzs10@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456298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@yzs11@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8493695"/>
                  </a:ext>
                </a:extLst>
              </a:tr>
              <a:tr h="30984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@yz108@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@yz144@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@yzs12@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03860"/>
                  </a:ext>
                </a:extLst>
              </a:tr>
              <a:tr h="39956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@yzis@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6076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88634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6036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ЗАО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4B7F02B2-5313-4E90-885C-C78D0D328B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544489"/>
              </p:ext>
            </p:extLst>
          </p:nvPr>
        </p:nvGraphicFramePr>
        <p:xfrm>
          <a:off x="465666" y="1157992"/>
          <a:ext cx="11345330" cy="5549305"/>
        </p:xfrm>
        <a:graphic>
          <a:graphicData uri="http://schemas.openxmlformats.org/drawingml/2006/table">
            <a:tbl>
              <a:tblPr/>
              <a:tblGrid>
                <a:gridCol w="485970">
                  <a:extLst>
                    <a:ext uri="{9D8B030D-6E8A-4147-A177-3AD203B41FA5}">
                      <a16:colId xmlns:a16="http://schemas.microsoft.com/office/drawing/2014/main" val="380601480"/>
                    </a:ext>
                  </a:extLst>
                </a:gridCol>
                <a:gridCol w="3298391">
                  <a:extLst>
                    <a:ext uri="{9D8B030D-6E8A-4147-A177-3AD203B41FA5}">
                      <a16:colId xmlns:a16="http://schemas.microsoft.com/office/drawing/2014/main" val="2430280519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1805230977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2641236202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234947002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1615213200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2206053230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303322074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200144497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540444258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3937831503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3415868178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1825602202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4255157481"/>
                    </a:ext>
                  </a:extLst>
                </a:gridCol>
                <a:gridCol w="581613">
                  <a:extLst>
                    <a:ext uri="{9D8B030D-6E8A-4147-A177-3AD203B41FA5}">
                      <a16:colId xmlns:a16="http://schemas.microsoft.com/office/drawing/2014/main" val="105008671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8463474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@zs1@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0242927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@zs2@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713540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@zs3@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966897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732116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606968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1678675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5472287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358330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6384681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786448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413179"/>
                  </a:ext>
                </a:extLst>
              </a:tr>
              <a:tr h="3137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@z108@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@z144@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215299"/>
                  </a:ext>
                </a:extLst>
              </a:tr>
              <a:tr h="415741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2923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34980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6036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СЗАО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52EE66AA-E992-4CFC-AC54-C383D3A19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740868"/>
              </p:ext>
            </p:extLst>
          </p:nvPr>
        </p:nvGraphicFramePr>
        <p:xfrm>
          <a:off x="465667" y="1157990"/>
          <a:ext cx="11286064" cy="5477070"/>
        </p:xfrm>
        <a:graphic>
          <a:graphicData uri="http://schemas.openxmlformats.org/drawingml/2006/table">
            <a:tbl>
              <a:tblPr/>
              <a:tblGrid>
                <a:gridCol w="499533">
                  <a:extLst>
                    <a:ext uri="{9D8B030D-6E8A-4147-A177-3AD203B41FA5}">
                      <a16:colId xmlns:a16="http://schemas.microsoft.com/office/drawing/2014/main" val="3071852897"/>
                    </a:ext>
                  </a:extLst>
                </a:gridCol>
                <a:gridCol w="4236151">
                  <a:extLst>
                    <a:ext uri="{9D8B030D-6E8A-4147-A177-3AD203B41FA5}">
                      <a16:colId xmlns:a16="http://schemas.microsoft.com/office/drawing/2014/main" val="2906289780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2527413876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314875915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97158830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1958744466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2084719018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1488800290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2876284684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1504018284"/>
                    </a:ext>
                  </a:extLst>
                </a:gridCol>
                <a:gridCol w="727820">
                  <a:extLst>
                    <a:ext uri="{9D8B030D-6E8A-4147-A177-3AD203B41FA5}">
                      <a16:colId xmlns:a16="http://schemas.microsoft.com/office/drawing/2014/main" val="2293693069"/>
                    </a:ext>
                  </a:extLst>
                </a:gridCol>
              </a:tblGrid>
              <a:tr h="152276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@rsz1@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@rsz2@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@rsz3@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@rsz4@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@rsz5@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@rsz6@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@rsz7@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@rsz8@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779826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@szs1@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912494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@szs2@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2454849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@szs3@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4677995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@szs4@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8497702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@szs5@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9459375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@szs6@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652871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@szs7@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6920917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@szs8@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787479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@szs9@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1195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@szs10@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549233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@szs11@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38250"/>
                  </a:ext>
                </a:extLst>
              </a:tr>
              <a:tr h="29826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  <a:endParaRPr lang="ru-RU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@sz96@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@szs12@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277843"/>
                  </a:ext>
                </a:extLst>
              </a:tr>
              <a:tr h="37510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  <a:endParaRPr lang="ru-RU" sz="1400" b="1" i="0" u="none" strike="noStrike" dirty="0">
                        <a:solidFill>
                          <a:srgbClr val="FFFFFF"/>
                        </a:solidFill>
                        <a:effectLst/>
                        <a:latin typeface="Golos UI Medium" panose="020B0604020202020204"/>
                      </a:endParaRP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@szis@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902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7583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380999" y="858098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ЗелАО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7321A13-B0F4-4771-B459-5D5E0B311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2187306"/>
              </p:ext>
            </p:extLst>
          </p:nvPr>
        </p:nvGraphicFramePr>
        <p:xfrm>
          <a:off x="547265" y="1321443"/>
          <a:ext cx="11040533" cy="5292073"/>
        </p:xfrm>
        <a:graphic>
          <a:graphicData uri="http://schemas.openxmlformats.org/drawingml/2006/table">
            <a:tbl>
              <a:tblPr/>
              <a:tblGrid>
                <a:gridCol w="414868">
                  <a:extLst>
                    <a:ext uri="{9D8B030D-6E8A-4147-A177-3AD203B41FA5}">
                      <a16:colId xmlns:a16="http://schemas.microsoft.com/office/drawing/2014/main" val="267866877"/>
                    </a:ext>
                  </a:extLst>
                </a:gridCol>
                <a:gridCol w="5329033">
                  <a:extLst>
                    <a:ext uri="{9D8B030D-6E8A-4147-A177-3AD203B41FA5}">
                      <a16:colId xmlns:a16="http://schemas.microsoft.com/office/drawing/2014/main" val="3798513567"/>
                    </a:ext>
                  </a:extLst>
                </a:gridCol>
                <a:gridCol w="882772">
                  <a:extLst>
                    <a:ext uri="{9D8B030D-6E8A-4147-A177-3AD203B41FA5}">
                      <a16:colId xmlns:a16="http://schemas.microsoft.com/office/drawing/2014/main" val="3241096893"/>
                    </a:ext>
                  </a:extLst>
                </a:gridCol>
                <a:gridCol w="882772">
                  <a:extLst>
                    <a:ext uri="{9D8B030D-6E8A-4147-A177-3AD203B41FA5}">
                      <a16:colId xmlns:a16="http://schemas.microsoft.com/office/drawing/2014/main" val="3379563766"/>
                    </a:ext>
                  </a:extLst>
                </a:gridCol>
                <a:gridCol w="882772">
                  <a:extLst>
                    <a:ext uri="{9D8B030D-6E8A-4147-A177-3AD203B41FA5}">
                      <a16:colId xmlns:a16="http://schemas.microsoft.com/office/drawing/2014/main" val="576009514"/>
                    </a:ext>
                  </a:extLst>
                </a:gridCol>
                <a:gridCol w="882772">
                  <a:extLst>
                    <a:ext uri="{9D8B030D-6E8A-4147-A177-3AD203B41FA5}">
                      <a16:colId xmlns:a16="http://schemas.microsoft.com/office/drawing/2014/main" val="1589035558"/>
                    </a:ext>
                  </a:extLst>
                </a:gridCol>
                <a:gridCol w="882772">
                  <a:extLst>
                    <a:ext uri="{9D8B030D-6E8A-4147-A177-3AD203B41FA5}">
                      <a16:colId xmlns:a16="http://schemas.microsoft.com/office/drawing/2014/main" val="126725692"/>
                    </a:ext>
                  </a:extLst>
                </a:gridCol>
                <a:gridCol w="882772">
                  <a:extLst>
                    <a:ext uri="{9D8B030D-6E8A-4147-A177-3AD203B41FA5}">
                      <a16:colId xmlns:a16="http://schemas.microsoft.com/office/drawing/2014/main" val="3792862004"/>
                    </a:ext>
                  </a:extLst>
                </a:gridCol>
              </a:tblGrid>
              <a:tr h="147301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@rze1@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@rze2@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@rze3@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@rze4@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@rze5@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5865" marR="5865" marT="586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1034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@zes1@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75253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@zes2@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08728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@zes3@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706506"/>
                  </a:ext>
                </a:extLst>
              </a:tr>
              <a:tr h="28820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@zes4@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7171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@zes5@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612134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@zes6@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21527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@zes7@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66605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@zes8@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571072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@zes9@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56091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@zes10@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12388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@zes11@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10224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"/>
                          <a:ea typeface="+mn-ea"/>
                          <a:cs typeface="+mn-cs"/>
                        </a:rPr>
                        <a:t>2</a:t>
                      </a:r>
                      <a:endParaRPr lang="ru-RU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@ze60@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@zes12@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794200"/>
                  </a:ext>
                </a:extLst>
              </a:tr>
              <a:tr h="362853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@zei1@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@zei2@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@zei3@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@zei4@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@zei5@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@zeis@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4267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8218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0137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7D9A35-FB70-4723-92F5-42BC0E0A6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261373"/>
              </p:ext>
            </p:extLst>
          </p:nvPr>
        </p:nvGraphicFramePr>
        <p:xfrm>
          <a:off x="465667" y="1039924"/>
          <a:ext cx="11260665" cy="5691924"/>
        </p:xfrm>
        <a:graphic>
          <a:graphicData uri="http://schemas.openxmlformats.org/drawingml/2006/table">
            <a:tbl>
              <a:tblPr/>
              <a:tblGrid>
                <a:gridCol w="417393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809674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1229153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1229153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1229153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1229153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1229153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887833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4942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6292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6757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5154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259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6262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6192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259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1679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6192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4943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259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259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12</a:t>
                      </a:r>
                      <a:endParaRPr lang="ru-RU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 Medium" panose="020B0604020202020204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7607007"/>
                  </a:ext>
                </a:extLst>
              </a:tr>
              <a:tr h="32299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7736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0137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7D9A35-FB70-4723-92F5-42BC0E0A6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035916"/>
              </p:ext>
            </p:extLst>
          </p:nvPr>
        </p:nvGraphicFramePr>
        <p:xfrm>
          <a:off x="465667" y="1039924"/>
          <a:ext cx="11260664" cy="5696157"/>
        </p:xfrm>
        <a:graphic>
          <a:graphicData uri="http://schemas.openxmlformats.org/drawingml/2006/table">
            <a:tbl>
              <a:tblPr/>
              <a:tblGrid>
                <a:gridCol w="376316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434755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1108189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1108189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1108189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1108189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1108189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1108189">
                  <a:extLst>
                    <a:ext uri="{9D8B030D-6E8A-4147-A177-3AD203B41FA5}">
                      <a16:colId xmlns:a16="http://schemas.microsoft.com/office/drawing/2014/main" val="2854470827"/>
                    </a:ext>
                  </a:extLst>
                </a:gridCol>
                <a:gridCol w="800459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50211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6260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67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5123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2597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6230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6161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2597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1652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6161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491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2597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25976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  <a:endParaRPr lang="ru-RU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 Medium" panose="020B0604020202020204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4316030"/>
                  </a:ext>
                </a:extLst>
              </a:tr>
              <a:tr h="322715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5460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0137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7D9A35-FB70-4723-92F5-42BC0E0A6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982035"/>
              </p:ext>
            </p:extLst>
          </p:nvPr>
        </p:nvGraphicFramePr>
        <p:xfrm>
          <a:off x="465667" y="1039924"/>
          <a:ext cx="11260667" cy="5635197"/>
        </p:xfrm>
        <a:graphic>
          <a:graphicData uri="http://schemas.openxmlformats.org/drawingml/2006/table">
            <a:tbl>
              <a:tblPr/>
              <a:tblGrid>
                <a:gridCol w="342600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127018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1008901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1008901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1008901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1008901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1008901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1008901">
                  <a:extLst>
                    <a:ext uri="{9D8B030D-6E8A-4147-A177-3AD203B41FA5}">
                      <a16:colId xmlns:a16="http://schemas.microsoft.com/office/drawing/2014/main" val="2480936581"/>
                    </a:ext>
                  </a:extLst>
                </a:gridCol>
                <a:gridCol w="1008901">
                  <a:extLst>
                    <a:ext uri="{9D8B030D-6E8A-4147-A177-3AD203B41FA5}">
                      <a16:colId xmlns:a16="http://schemas.microsoft.com/office/drawing/2014/main" val="303947022"/>
                    </a:ext>
                  </a:extLst>
                </a:gridCol>
                <a:gridCol w="728742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45762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4342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4782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3265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24602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4314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4248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24602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29977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4248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3066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24602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24602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  <a:endParaRPr lang="ru-RU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 Medium" panose="020B0604020202020204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792856"/>
                  </a:ext>
                </a:extLst>
              </a:tr>
              <a:tr h="511017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588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0137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7D9A35-FB70-4723-92F5-42BC0E0A6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584884"/>
              </p:ext>
            </p:extLst>
          </p:nvPr>
        </p:nvGraphicFramePr>
        <p:xfrm>
          <a:off x="533399" y="1007449"/>
          <a:ext cx="11260666" cy="5700267"/>
        </p:xfrm>
        <a:graphic>
          <a:graphicData uri="http://schemas.openxmlformats.org/drawingml/2006/table">
            <a:tbl>
              <a:tblPr/>
              <a:tblGrid>
                <a:gridCol w="314429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2869890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925941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925941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925941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925941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925941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925941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925941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925941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668819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35954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2818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3239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178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23510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2791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2728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23510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28647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2728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2898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2898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328986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  <a:endParaRPr lang="ru-RU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 Medium" panose="020B0604020202020204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919334"/>
                  </a:ext>
                </a:extLst>
              </a:tr>
              <a:tr h="435865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02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01370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7D9A35-FB70-4723-92F5-42BC0E0A6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9264007"/>
              </p:ext>
            </p:extLst>
          </p:nvPr>
        </p:nvGraphicFramePr>
        <p:xfrm>
          <a:off x="465667" y="1039924"/>
          <a:ext cx="11260668" cy="5744707"/>
        </p:xfrm>
        <a:graphic>
          <a:graphicData uri="http://schemas.openxmlformats.org/drawingml/2006/table">
            <a:tbl>
              <a:tblPr/>
              <a:tblGrid>
                <a:gridCol w="360810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421966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801859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717452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633046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872197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759655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745588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773723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745588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810782">
                  <a:extLst>
                    <a:ext uri="{9D8B030D-6E8A-4147-A177-3AD203B41FA5}">
                      <a16:colId xmlns:a16="http://schemas.microsoft.com/office/drawing/2014/main" val="3446843965"/>
                    </a:ext>
                  </a:extLst>
                </a:gridCol>
                <a:gridCol w="618002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30346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4032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4468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2965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243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4004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393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24380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29707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393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4115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4115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34115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  <a:endParaRPr lang="ru-RU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 Medium" panose="020B0604020202020204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211499"/>
                  </a:ext>
                </a:extLst>
              </a:tr>
              <a:tr h="45198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7119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8BE5E9D-52DC-46CB-A56A-53B7514895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2AE2D37-D841-4CFA-8234-703598A6370E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AF897B0-0B8E-4D97-BDC4-D5716B8EA77F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5B38862-398E-4855-9439-3E3866E5CE9A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186F14E-DA09-41CB-A225-A1E99A460A97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781A36-148F-493B-865D-3FA47C9F5ABA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4F2499F-F45D-4578-95D2-26566D73429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74B7E2-7B36-4E79-B691-1C0604AB509D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A32132-76A9-4883-B90C-CA2EAEBD18D9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457843-5D17-4075-A28B-3A0F109A88B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6DDF279-6452-4C8F-AA23-80D3E20FD4E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BB39925-BFDD-4807-A5EB-42CBA42F8518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F51A3884-B9E1-4710-923A-0593A7C2471B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CFFA1DE-1BBE-445B-B123-2C172319B970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42B6111B-7C2A-4177-95AB-685265BCD9CE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FFF090D7-2198-4F89-B771-2A62E707D2F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285A18D0-A728-4BD4-8AC5-97E52B4E05B5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F5C5FF6-C19C-4403-9DD2-74763B68A1CE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57D8F6D-AA86-48F0-94EE-F7336C57D16A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D1AE968-158C-436B-A4BF-962CFB6321B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E5DA553-0F6D-483B-84C6-439C5937AAAB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9699430-A642-4D0B-AC2B-9526AEE8FCE1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780A6EA6-C36C-4E45-9DD6-975924E66887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77E5213-6F62-4DD5-A55B-993F966F92C4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6A902FC9-D040-466F-B2AF-F843BF2C5285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91F3F37C-6D5C-43A4-B929-2941CF296678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74FA3D76-F4BD-4A53-89EB-07B9A7B9FD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5671E1-C678-4D37-AB17-1D5548AE8268}"/>
              </a:ext>
            </a:extLst>
          </p:cNvPr>
          <p:cNvSpPr txBox="1"/>
          <p:nvPr/>
        </p:nvSpPr>
        <p:spPr>
          <a:xfrm>
            <a:off x="465667" y="702427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67D9A35-FB70-4723-92F5-42BC0E0A6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55137"/>
              </p:ext>
            </p:extLst>
          </p:nvPr>
        </p:nvGraphicFramePr>
        <p:xfrm>
          <a:off x="211014" y="1058321"/>
          <a:ext cx="11667716" cy="5787002"/>
        </p:xfrm>
        <a:graphic>
          <a:graphicData uri="http://schemas.openxmlformats.org/drawingml/2006/table">
            <a:tbl>
              <a:tblPr/>
              <a:tblGrid>
                <a:gridCol w="428514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200952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801858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773724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675249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787791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844061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590843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787791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675249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745588">
                  <a:extLst>
                    <a:ext uri="{9D8B030D-6E8A-4147-A177-3AD203B41FA5}">
                      <a16:colId xmlns:a16="http://schemas.microsoft.com/office/drawing/2014/main" val="356605373"/>
                    </a:ext>
                  </a:extLst>
                </a:gridCol>
                <a:gridCol w="760971">
                  <a:extLst>
                    <a:ext uri="{9D8B030D-6E8A-4147-A177-3AD203B41FA5}">
                      <a16:colId xmlns:a16="http://schemas.microsoft.com/office/drawing/2014/main" val="2394997591"/>
                    </a:ext>
                  </a:extLst>
                </a:gridCol>
                <a:gridCol w="595125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78637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35793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  <a:endParaRPr lang="ru-RU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 Medium" panose="020B0604020202020204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946987"/>
                  </a:ext>
                </a:extLst>
              </a:tr>
              <a:tr h="474221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57347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D90EF-2CCF-91B0-C05F-BD2C2E82A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06DE0E3-494D-7047-13D8-FBC86E3174D2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66F27B2-CF0C-390F-C3B8-AC03D1E6CFDF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1CAC449-2873-E14B-3676-DE1624169E19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AD10CAB3-D90C-8329-0ECF-FDE9484DFFEC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2F96FEA-9C05-FE94-2B1B-3D88A2E82906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5B47574-A81C-B0BC-DBC5-9DCA9061AB42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ECCB143-5977-120F-B6CC-86A8A20ACC4C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9682C6E-B7F5-B627-2E88-E921EF6CA3C8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58E8293-D01F-A444-19B2-B364ACB410B6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6B5A94F-9AB1-499F-DAF2-A0B5A1709ED0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B598BCE-9222-0AA8-5C84-C6C09821EF80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D775D90-8D36-A3D2-4D05-9B9BA92587C7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736C9A7-4DB9-9207-B9B5-807C0050557E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AA02B99-A2D5-991B-452A-0CEC61F3A304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254AC5E-EB51-38B0-EE09-76B553C93E8A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41795E9-A514-0696-0191-6D9E6BDDECB7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52BCECAB-7017-C2E3-204E-1DE439DD1BFF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91AFB68-2766-A8C2-07DB-EF022768D138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CE86538-21DB-A0DD-3D41-A93AABC15AAF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A99DD828-E8B0-3248-4A87-B167F03F3547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31F571B-FD3C-5B3E-112A-C5593DD054DF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53B7253-FEDC-C884-82C5-29CCFACEEB1A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25DC882-4A87-6BCA-2D09-CBBBC4D7F624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31C7592-5B09-0A16-6DEA-B98B42A5051B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7037FB1-D086-094B-38EE-C22C81FFA8E4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20E273A1-6965-089A-CEFD-8B045CC7BB06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3EAFF93-F073-8781-EA0C-F52C0901700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A47F25C-0AFF-74FE-19F4-815B5406CBD6}"/>
              </a:ext>
            </a:extLst>
          </p:cNvPr>
          <p:cNvSpPr txBox="1"/>
          <p:nvPr/>
        </p:nvSpPr>
        <p:spPr>
          <a:xfrm>
            <a:off x="465667" y="702427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AFC3BADF-A11F-5133-742C-EB4F3B692D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9410145"/>
              </p:ext>
            </p:extLst>
          </p:nvPr>
        </p:nvGraphicFramePr>
        <p:xfrm>
          <a:off x="113211" y="1058321"/>
          <a:ext cx="11888289" cy="5879317"/>
        </p:xfrm>
        <a:graphic>
          <a:graphicData uri="http://schemas.openxmlformats.org/drawingml/2006/table">
            <a:tbl>
              <a:tblPr/>
              <a:tblGrid>
                <a:gridCol w="410468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4006118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652463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585125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356605373"/>
                    </a:ext>
                  </a:extLst>
                </a:gridCol>
                <a:gridCol w="660400">
                  <a:extLst>
                    <a:ext uri="{9D8B030D-6E8A-4147-A177-3AD203B41FA5}">
                      <a16:colId xmlns:a16="http://schemas.microsoft.com/office/drawing/2014/main" val="1126207031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394997591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878692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35901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  <a:endParaRPr lang="ru-RU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 Medium" panose="020B0604020202020204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7107808"/>
                  </a:ext>
                </a:extLst>
              </a:tr>
              <a:tr h="475649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402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CC99D-1CCB-388B-6DFA-803F5476A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8FA6B7-1A6A-F709-532F-93B5E56D1933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C8FB222-568A-E5E1-7DAC-5046DB8E328F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ADB4222-FDA0-83D8-CB3A-6003804C771C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3BF26EB7-3BE1-C67B-9B4B-06F67986F19E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7ADD1BF-66E4-08FF-3BA1-71DF7E477D0B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668F1E7-7FC2-B455-6390-6C318E756EF2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5A0652F-0F74-418A-2320-BF241223A881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46DF2A2-6103-4823-207D-312092D880A4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CEB60F6-58E0-396E-3C87-24AA7225532B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8A7A4252-BE72-F606-F84C-85C43FCFF71E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A1BC14B-11BD-DDAC-42AE-7A8F64E3CC17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2F0527F-229C-9B7E-6572-25C851385D8D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0775B75-F229-EE1B-43CF-9996B1421DA6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3FCC4F0-CB42-EC7F-D9B8-7ECB8CFBCC62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FE22BE2-E2DF-49B2-5556-F875B309DCC6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9FF862D-7656-5D81-FB4D-E5FC8AB7C755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4B8831DA-6ED4-22A7-50D9-35F2A3881EDD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ED1F1122-E4BC-D0E9-8276-65405AF095F5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D57044E-A41C-0B3D-C68A-936EF506C8B3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D4B7E09-F2D0-BFD1-86B4-6A3D228D7B9D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D16B838-FEEC-C917-9C8C-9C830D31063C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F37EB3E-EC86-9EE8-5BF8-E28D98AF5640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1FF1443-5905-F0A7-BD8A-4B8DA7303155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72B55421-6CB6-8F21-3AC9-8F20DAE96D27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9617DBCA-A7CA-7312-1428-EAB9544F1034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05BAC240-8DC5-5807-C91F-100D56B4DA17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6BB90A3F-002C-5BAC-B506-790F5B5D3EB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5602B73-7028-DD9F-9CB7-271164A82DD0}"/>
              </a:ext>
            </a:extLst>
          </p:cNvPr>
          <p:cNvSpPr txBox="1"/>
          <p:nvPr/>
        </p:nvSpPr>
        <p:spPr>
          <a:xfrm>
            <a:off x="465667" y="702427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417F8639-A95E-F6F1-37BD-D227E059C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440729"/>
              </p:ext>
            </p:extLst>
          </p:nvPr>
        </p:nvGraphicFramePr>
        <p:xfrm>
          <a:off x="293672" y="1057915"/>
          <a:ext cx="11757056" cy="5844950"/>
        </p:xfrm>
        <a:graphic>
          <a:graphicData uri="http://schemas.openxmlformats.org/drawingml/2006/table">
            <a:tbl>
              <a:tblPr/>
              <a:tblGrid>
                <a:gridCol w="385070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4087787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544732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520700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356605373"/>
                    </a:ext>
                  </a:extLst>
                </a:gridCol>
                <a:gridCol w="567267">
                  <a:extLst>
                    <a:ext uri="{9D8B030D-6E8A-4147-A177-3AD203B41FA5}">
                      <a16:colId xmlns:a16="http://schemas.microsoft.com/office/drawing/2014/main" val="1126207031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169597072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394997591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84432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34790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  <a:endParaRPr lang="ru-RU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 Medium" panose="020B0604020202020204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2781206"/>
                  </a:ext>
                </a:extLst>
              </a:tr>
              <a:tr h="460923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4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8711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56A9-3933-91F8-7045-828E95564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A7CAA7-44B5-DA12-A8FD-4F84ECB38F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190BA99-F986-D827-B061-38C162FDC113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7EFA819-BC3F-2ECD-294B-60550C740105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A46D370E-8833-22CC-BB36-BF19FCB99566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ADE15CD-C047-25DC-C4EE-148B8E2F5E0E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D34B0C-29AB-B197-06AD-26DB3EAFB294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08F569-5011-C91F-A97D-A454D09AFED2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8A55068-F545-6BA8-9157-24B8B5FB4E37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DD0CA6-34AB-FDF1-DCA0-3BC925F52FCA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CC6B5C-4D88-4245-2A99-A2FF158AD1E4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9C2142E-1B3D-D4D9-0E57-5413E416492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E99CFC3-96DC-A90B-FAFD-E07E676C7CB9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1D4AA86-A697-E1BF-FF52-7510A870EF97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4A66E2B-A974-74E3-D22D-50FEBB5E5741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D413193-FC96-EF80-2640-43A8E7916729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AAFC174-6F76-CCB9-3C31-018C00EDC8A9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D5BC06F-3F57-0CA8-F54B-E0C6E3828B09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8A0471C-3B82-3D0E-0F02-D480322E640D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3B4CEBF-9A0F-3E2B-1A06-9A070B6A7DD8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681FD3E-7E2B-EEB7-47C1-FB82F28572E8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94F83B8-99CF-E9C3-8E59-6F23E9C54F9A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D31DD12-7B73-4215-7B11-76CF1A9B3FED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B689004-D868-2187-5740-68C4C40EB3D9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F3D4A42-42A6-57D9-3F77-C3134B22590F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CE9F5C6-0C66-1480-E102-1F37C71A3CD1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4430250-1FE0-B9D8-4A19-14D4FED3C14C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B65A0F0-8C07-DB1E-16D4-4218033C76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50D4DB3-7E7D-79E2-CF81-742904187C55}"/>
              </a:ext>
            </a:extLst>
          </p:cNvPr>
          <p:cNvSpPr txBox="1"/>
          <p:nvPr/>
        </p:nvSpPr>
        <p:spPr>
          <a:xfrm>
            <a:off x="465667" y="702427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78B0368-359D-56B0-5510-3BA73E26A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460313"/>
              </p:ext>
            </p:extLst>
          </p:nvPr>
        </p:nvGraphicFramePr>
        <p:xfrm>
          <a:off x="139337" y="1083315"/>
          <a:ext cx="11975930" cy="5826789"/>
        </p:xfrm>
        <a:graphic>
          <a:graphicData uri="http://schemas.openxmlformats.org/drawingml/2006/table">
            <a:tbl>
              <a:tblPr/>
              <a:tblGrid>
                <a:gridCol w="350333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821073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596900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561340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513806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597155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506107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506107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552118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552118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515310">
                  <a:extLst>
                    <a:ext uri="{9D8B030D-6E8A-4147-A177-3AD203B41FA5}">
                      <a16:colId xmlns:a16="http://schemas.microsoft.com/office/drawing/2014/main" val="356605373"/>
                    </a:ext>
                  </a:extLst>
                </a:gridCol>
                <a:gridCol w="533713">
                  <a:extLst>
                    <a:ext uri="{9D8B030D-6E8A-4147-A177-3AD203B41FA5}">
                      <a16:colId xmlns:a16="http://schemas.microsoft.com/office/drawing/2014/main" val="1126207031"/>
                    </a:ext>
                  </a:extLst>
                </a:gridCol>
                <a:gridCol w="542914">
                  <a:extLst>
                    <a:ext uri="{9D8B030D-6E8A-4147-A177-3AD203B41FA5}">
                      <a16:colId xmlns:a16="http://schemas.microsoft.com/office/drawing/2014/main" val="1695970720"/>
                    </a:ext>
                  </a:extLst>
                </a:gridCol>
                <a:gridCol w="540845">
                  <a:extLst>
                    <a:ext uri="{9D8B030D-6E8A-4147-A177-3AD203B41FA5}">
                      <a16:colId xmlns:a16="http://schemas.microsoft.com/office/drawing/2014/main" val="2297705719"/>
                    </a:ext>
                  </a:extLst>
                </a:gridCol>
                <a:gridCol w="552329">
                  <a:extLst>
                    <a:ext uri="{9D8B030D-6E8A-4147-A177-3AD203B41FA5}">
                      <a16:colId xmlns:a16="http://schemas.microsoft.com/office/drawing/2014/main" val="2394997591"/>
                    </a:ext>
                  </a:extLst>
                </a:gridCol>
                <a:gridCol w="733762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29024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32649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 Medium" panose="020B0604020202020204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561711"/>
                  </a:ext>
                </a:extLst>
              </a:tr>
              <a:tr h="39888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165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56A9-3933-91F8-7045-828E95564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A7CAA7-44B5-DA12-A8FD-4F84ECB38F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190BA99-F986-D827-B061-38C162FDC113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7EFA819-BC3F-2ECD-294B-60550C740105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A46D370E-8833-22CC-BB36-BF19FCB99566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ADE15CD-C047-25DC-C4EE-148B8E2F5E0E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D34B0C-29AB-B197-06AD-26DB3EAFB294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08F569-5011-C91F-A97D-A454D09AFED2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8A55068-F545-6BA8-9157-24B8B5FB4E37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DD0CA6-34AB-FDF1-DCA0-3BC925F52FCA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CC6B5C-4D88-4245-2A99-A2FF158AD1E4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9C2142E-1B3D-D4D9-0E57-5413E416492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E99CFC3-96DC-A90B-FAFD-E07E676C7CB9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1D4AA86-A697-E1BF-FF52-7510A870EF97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4A66E2B-A974-74E3-D22D-50FEBB5E5741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D413193-FC96-EF80-2640-43A8E7916729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AAFC174-6F76-CCB9-3C31-018C00EDC8A9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D5BC06F-3F57-0CA8-F54B-E0C6E3828B09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8A0471C-3B82-3D0E-0F02-D480322E640D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3B4CEBF-9A0F-3E2B-1A06-9A070B6A7DD8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681FD3E-7E2B-EEB7-47C1-FB82F28572E8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94F83B8-99CF-E9C3-8E59-6F23E9C54F9A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D31DD12-7B73-4215-7B11-76CF1A9B3FED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B689004-D868-2187-5740-68C4C40EB3D9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F3D4A42-42A6-57D9-3F77-C3134B22590F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CE9F5C6-0C66-1480-E102-1F37C71A3CD1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4430250-1FE0-B9D8-4A19-14D4FED3C14C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B65A0F0-8C07-DB1E-16D4-4218033C76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50D4DB3-7E7D-79E2-CF81-742904187C55}"/>
              </a:ext>
            </a:extLst>
          </p:cNvPr>
          <p:cNvSpPr txBox="1"/>
          <p:nvPr/>
        </p:nvSpPr>
        <p:spPr>
          <a:xfrm>
            <a:off x="465667" y="702427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78B0368-359D-56B0-5510-3BA73E26A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639823"/>
              </p:ext>
            </p:extLst>
          </p:nvPr>
        </p:nvGraphicFramePr>
        <p:xfrm>
          <a:off x="139337" y="1083315"/>
          <a:ext cx="11975930" cy="5829307"/>
        </p:xfrm>
        <a:graphic>
          <a:graphicData uri="http://schemas.openxmlformats.org/drawingml/2006/table">
            <a:tbl>
              <a:tblPr/>
              <a:tblGrid>
                <a:gridCol w="334888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652615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570585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536592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491154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570828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483794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527777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527777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492592">
                  <a:extLst>
                    <a:ext uri="{9D8B030D-6E8A-4147-A177-3AD203B41FA5}">
                      <a16:colId xmlns:a16="http://schemas.microsoft.com/office/drawing/2014/main" val="356605373"/>
                    </a:ext>
                  </a:extLst>
                </a:gridCol>
                <a:gridCol w="510183">
                  <a:extLst>
                    <a:ext uri="{9D8B030D-6E8A-4147-A177-3AD203B41FA5}">
                      <a16:colId xmlns:a16="http://schemas.microsoft.com/office/drawing/2014/main" val="1126207031"/>
                    </a:ext>
                  </a:extLst>
                </a:gridCol>
                <a:gridCol w="518979">
                  <a:extLst>
                    <a:ext uri="{9D8B030D-6E8A-4147-A177-3AD203B41FA5}">
                      <a16:colId xmlns:a16="http://schemas.microsoft.com/office/drawing/2014/main" val="1695970720"/>
                    </a:ext>
                  </a:extLst>
                </a:gridCol>
                <a:gridCol w="517001">
                  <a:extLst>
                    <a:ext uri="{9D8B030D-6E8A-4147-A177-3AD203B41FA5}">
                      <a16:colId xmlns:a16="http://schemas.microsoft.com/office/drawing/2014/main" val="2297705719"/>
                    </a:ext>
                  </a:extLst>
                </a:gridCol>
                <a:gridCol w="527979">
                  <a:extLst>
                    <a:ext uri="{9D8B030D-6E8A-4147-A177-3AD203B41FA5}">
                      <a16:colId xmlns:a16="http://schemas.microsoft.com/office/drawing/2014/main" val="2394997591"/>
                    </a:ext>
                  </a:extLst>
                </a:gridCol>
                <a:gridCol w="527979">
                  <a:extLst>
                    <a:ext uri="{9D8B030D-6E8A-4147-A177-3AD203B41FA5}">
                      <a16:colId xmlns:a16="http://schemas.microsoft.com/office/drawing/2014/main" val="154697275"/>
                    </a:ext>
                  </a:extLst>
                </a:gridCol>
                <a:gridCol w="701413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29216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34025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12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 Medium" panose="020B0604020202020204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4263047"/>
                  </a:ext>
                </a:extLst>
              </a:tr>
              <a:tr h="399483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77042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56A9-3933-91F8-7045-828E95564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A7CAA7-44B5-DA12-A8FD-4F84ECB38F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190BA99-F986-D827-B061-38C162FDC113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7EFA819-BC3F-2ECD-294B-60550C740105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A46D370E-8833-22CC-BB36-BF19FCB99566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ADE15CD-C047-25DC-C4EE-148B8E2F5E0E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D34B0C-29AB-B197-06AD-26DB3EAFB294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08F569-5011-C91F-A97D-A454D09AFED2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8A55068-F545-6BA8-9157-24B8B5FB4E37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DD0CA6-34AB-FDF1-DCA0-3BC925F52FCA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CC6B5C-4D88-4245-2A99-A2FF158AD1E4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9C2142E-1B3D-D4D9-0E57-5413E416492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E99CFC3-96DC-A90B-FAFD-E07E676C7CB9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1D4AA86-A697-E1BF-FF52-7510A870EF97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4A66E2B-A974-74E3-D22D-50FEBB5E5741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D413193-FC96-EF80-2640-43A8E7916729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AAFC174-6F76-CCB9-3C31-018C00EDC8A9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D5BC06F-3F57-0CA8-F54B-E0C6E3828B09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8A0471C-3B82-3D0E-0F02-D480322E640D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3B4CEBF-9A0F-3E2B-1A06-9A070B6A7DD8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681FD3E-7E2B-EEB7-47C1-FB82F28572E8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94F83B8-99CF-E9C3-8E59-6F23E9C54F9A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D31DD12-7B73-4215-7B11-76CF1A9B3FED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B689004-D868-2187-5740-68C4C40EB3D9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F3D4A42-42A6-57D9-3F77-C3134B22590F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CE9F5C6-0C66-1480-E102-1F37C71A3CD1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4430250-1FE0-B9D8-4A19-14D4FED3C14C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B65A0F0-8C07-DB1E-16D4-4218033C76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50D4DB3-7E7D-79E2-CF81-742904187C55}"/>
              </a:ext>
            </a:extLst>
          </p:cNvPr>
          <p:cNvSpPr txBox="1"/>
          <p:nvPr/>
        </p:nvSpPr>
        <p:spPr>
          <a:xfrm>
            <a:off x="465667" y="702427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78B0368-359D-56B0-5510-3BA73E26A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073463"/>
              </p:ext>
            </p:extLst>
          </p:nvPr>
        </p:nvGraphicFramePr>
        <p:xfrm>
          <a:off x="139337" y="1083315"/>
          <a:ext cx="11975931" cy="5699574"/>
        </p:xfrm>
        <a:graphic>
          <a:graphicData uri="http://schemas.openxmlformats.org/drawingml/2006/table">
            <a:tbl>
              <a:tblPr/>
              <a:tblGrid>
                <a:gridCol w="320747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498383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546492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513934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470415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546725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463366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463366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505492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505492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471792">
                  <a:extLst>
                    <a:ext uri="{9D8B030D-6E8A-4147-A177-3AD203B41FA5}">
                      <a16:colId xmlns:a16="http://schemas.microsoft.com/office/drawing/2014/main" val="356605373"/>
                    </a:ext>
                  </a:extLst>
                </a:gridCol>
                <a:gridCol w="488640">
                  <a:extLst>
                    <a:ext uri="{9D8B030D-6E8A-4147-A177-3AD203B41FA5}">
                      <a16:colId xmlns:a16="http://schemas.microsoft.com/office/drawing/2014/main" val="1126207031"/>
                    </a:ext>
                  </a:extLst>
                </a:gridCol>
                <a:gridCol w="497065">
                  <a:extLst>
                    <a:ext uri="{9D8B030D-6E8A-4147-A177-3AD203B41FA5}">
                      <a16:colId xmlns:a16="http://schemas.microsoft.com/office/drawing/2014/main" val="1695970720"/>
                    </a:ext>
                  </a:extLst>
                </a:gridCol>
                <a:gridCol w="495171">
                  <a:extLst>
                    <a:ext uri="{9D8B030D-6E8A-4147-A177-3AD203B41FA5}">
                      <a16:colId xmlns:a16="http://schemas.microsoft.com/office/drawing/2014/main" val="2297705719"/>
                    </a:ext>
                  </a:extLst>
                </a:gridCol>
                <a:gridCol w="505685">
                  <a:extLst>
                    <a:ext uri="{9D8B030D-6E8A-4147-A177-3AD203B41FA5}">
                      <a16:colId xmlns:a16="http://schemas.microsoft.com/office/drawing/2014/main" val="2394997591"/>
                    </a:ext>
                  </a:extLst>
                </a:gridCol>
                <a:gridCol w="505685">
                  <a:extLst>
                    <a:ext uri="{9D8B030D-6E8A-4147-A177-3AD203B41FA5}">
                      <a16:colId xmlns:a16="http://schemas.microsoft.com/office/drawing/2014/main" val="154697275"/>
                    </a:ext>
                  </a:extLst>
                </a:gridCol>
                <a:gridCol w="505685">
                  <a:extLst>
                    <a:ext uri="{9D8B030D-6E8A-4147-A177-3AD203B41FA5}">
                      <a16:colId xmlns:a16="http://schemas.microsoft.com/office/drawing/2014/main" val="1112597304"/>
                    </a:ext>
                  </a:extLst>
                </a:gridCol>
                <a:gridCol w="671796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19306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27840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 Medium" panose="020B0604020202020204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7892687"/>
                  </a:ext>
                </a:extLst>
              </a:tr>
              <a:tr h="368846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56547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456A9-3933-91F8-7045-828E95564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8A7CAA7-44B5-DA12-A8FD-4F84ECB38F2A}"/>
              </a:ext>
            </a:extLst>
          </p:cNvPr>
          <p:cNvSpPr/>
          <p:nvPr/>
        </p:nvSpPr>
        <p:spPr>
          <a:xfrm>
            <a:off x="11523133" y="787400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190BA99-F986-D827-B061-38C162FDC113}"/>
              </a:ext>
            </a:extLst>
          </p:cNvPr>
          <p:cNvSpPr/>
          <p:nvPr/>
        </p:nvSpPr>
        <p:spPr>
          <a:xfrm>
            <a:off x="11523133" y="728133"/>
            <a:ext cx="228600" cy="22013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7EFA819-BC3F-2ECD-294B-60550C740105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A46D370E-8833-22CC-BB36-BF19FCB99566}"/>
              </a:ext>
            </a:extLst>
          </p:cNvPr>
          <p:cNvSpPr/>
          <p:nvPr/>
        </p:nvSpPr>
        <p:spPr>
          <a:xfrm>
            <a:off x="11531599" y="779658"/>
            <a:ext cx="228600" cy="11708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ADE15CD-C047-25DC-C4EE-148B8E2F5E0E}"/>
              </a:ext>
            </a:extLst>
          </p:cNvPr>
          <p:cNvSpPr/>
          <p:nvPr/>
        </p:nvSpPr>
        <p:spPr>
          <a:xfrm>
            <a:off x="11531599" y="728133"/>
            <a:ext cx="254000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8D34B0C-29AB-B197-06AD-26DB3EAFB294}"/>
              </a:ext>
            </a:extLst>
          </p:cNvPr>
          <p:cNvSpPr/>
          <p:nvPr/>
        </p:nvSpPr>
        <p:spPr>
          <a:xfrm>
            <a:off x="11489267" y="745067"/>
            <a:ext cx="457200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408F569-5011-C91F-A97D-A454D09AFED2}"/>
              </a:ext>
            </a:extLst>
          </p:cNvPr>
          <p:cNvSpPr/>
          <p:nvPr/>
        </p:nvSpPr>
        <p:spPr>
          <a:xfrm>
            <a:off x="11506200" y="728133"/>
            <a:ext cx="440267" cy="279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8A55068-F545-6BA8-9157-24B8B5FB4E37}"/>
              </a:ext>
            </a:extLst>
          </p:cNvPr>
          <p:cNvSpPr/>
          <p:nvPr/>
        </p:nvSpPr>
        <p:spPr>
          <a:xfrm>
            <a:off x="11523133" y="736600"/>
            <a:ext cx="262466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59DD0CA6-34AB-FDF1-DCA0-3BC925F52FCA}"/>
              </a:ext>
            </a:extLst>
          </p:cNvPr>
          <p:cNvSpPr/>
          <p:nvPr/>
        </p:nvSpPr>
        <p:spPr>
          <a:xfrm>
            <a:off x="11523133" y="745067"/>
            <a:ext cx="440267" cy="228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8CC6B5C-4D88-4245-2A99-A2FF158AD1E4}"/>
              </a:ext>
            </a:extLst>
          </p:cNvPr>
          <p:cNvSpPr/>
          <p:nvPr/>
        </p:nvSpPr>
        <p:spPr>
          <a:xfrm>
            <a:off x="11531599" y="745067"/>
            <a:ext cx="270933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B9C2142E-1B3D-D4D9-0E57-5413E416492E}"/>
              </a:ext>
            </a:extLst>
          </p:cNvPr>
          <p:cNvSpPr/>
          <p:nvPr/>
        </p:nvSpPr>
        <p:spPr>
          <a:xfrm>
            <a:off x="11523133" y="745067"/>
            <a:ext cx="355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E99CFC3-96DC-A90B-FAFD-E07E676C7CB9}"/>
              </a:ext>
            </a:extLst>
          </p:cNvPr>
          <p:cNvSpPr/>
          <p:nvPr/>
        </p:nvSpPr>
        <p:spPr>
          <a:xfrm>
            <a:off x="11506200" y="745067"/>
            <a:ext cx="372533" cy="2624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41D4AA86-A697-E1BF-FF52-7510A870EF97}"/>
              </a:ext>
            </a:extLst>
          </p:cNvPr>
          <p:cNvSpPr/>
          <p:nvPr/>
        </p:nvSpPr>
        <p:spPr>
          <a:xfrm>
            <a:off x="11531599" y="736600"/>
            <a:ext cx="347134" cy="2370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4A66E2B-A974-74E3-D22D-50FEBB5E5741}"/>
              </a:ext>
            </a:extLst>
          </p:cNvPr>
          <p:cNvSpPr/>
          <p:nvPr/>
        </p:nvSpPr>
        <p:spPr>
          <a:xfrm>
            <a:off x="11531599" y="728133"/>
            <a:ext cx="279399" cy="203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2D413193-FC96-EF80-2640-43A8E7916729}"/>
              </a:ext>
            </a:extLst>
          </p:cNvPr>
          <p:cNvSpPr/>
          <p:nvPr/>
        </p:nvSpPr>
        <p:spPr>
          <a:xfrm>
            <a:off x="11523133" y="736600"/>
            <a:ext cx="287865" cy="2194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AAFC174-6F76-CCB9-3C31-018C00EDC8A9}"/>
              </a:ext>
            </a:extLst>
          </p:cNvPr>
          <p:cNvSpPr/>
          <p:nvPr/>
        </p:nvSpPr>
        <p:spPr>
          <a:xfrm>
            <a:off x="11489267" y="736600"/>
            <a:ext cx="304798" cy="194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FD5BC06F-3F57-0CA8-F54B-E0C6E3828B09}"/>
              </a:ext>
            </a:extLst>
          </p:cNvPr>
          <p:cNvSpPr/>
          <p:nvPr/>
        </p:nvSpPr>
        <p:spPr>
          <a:xfrm>
            <a:off x="11531599" y="745067"/>
            <a:ext cx="414868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8A0471C-3B82-3D0E-0F02-D480322E640D}"/>
              </a:ext>
            </a:extLst>
          </p:cNvPr>
          <p:cNvSpPr/>
          <p:nvPr/>
        </p:nvSpPr>
        <p:spPr>
          <a:xfrm>
            <a:off x="11489267" y="745067"/>
            <a:ext cx="321731" cy="2285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83B4CEBF-9A0F-3E2B-1A06-9A070B6A7DD8}"/>
              </a:ext>
            </a:extLst>
          </p:cNvPr>
          <p:cNvSpPr/>
          <p:nvPr/>
        </p:nvSpPr>
        <p:spPr>
          <a:xfrm>
            <a:off x="11523133" y="745067"/>
            <a:ext cx="228600" cy="253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F681FD3E-7E2B-EEB7-47C1-FB82F28572E8}"/>
              </a:ext>
            </a:extLst>
          </p:cNvPr>
          <p:cNvSpPr/>
          <p:nvPr/>
        </p:nvSpPr>
        <p:spPr>
          <a:xfrm>
            <a:off x="11506200" y="745067"/>
            <a:ext cx="253999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94F83B8-99CF-E9C3-8E59-6F23E9C54F9A}"/>
              </a:ext>
            </a:extLst>
          </p:cNvPr>
          <p:cNvSpPr/>
          <p:nvPr/>
        </p:nvSpPr>
        <p:spPr>
          <a:xfrm>
            <a:off x="11523133" y="745067"/>
            <a:ext cx="228600" cy="1862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AD31DD12-7B73-4215-7B11-76CF1A9B3FED}"/>
              </a:ext>
            </a:extLst>
          </p:cNvPr>
          <p:cNvSpPr/>
          <p:nvPr/>
        </p:nvSpPr>
        <p:spPr>
          <a:xfrm>
            <a:off x="11523133" y="745067"/>
            <a:ext cx="228600" cy="2109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4B689004-D868-2187-5740-68C4C40EB3D9}"/>
              </a:ext>
            </a:extLst>
          </p:cNvPr>
          <p:cNvSpPr/>
          <p:nvPr/>
        </p:nvSpPr>
        <p:spPr>
          <a:xfrm>
            <a:off x="11531599" y="728133"/>
            <a:ext cx="220134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2F3D4A42-42A6-57D9-3F77-C3134B22590F}"/>
              </a:ext>
            </a:extLst>
          </p:cNvPr>
          <p:cNvSpPr/>
          <p:nvPr/>
        </p:nvSpPr>
        <p:spPr>
          <a:xfrm>
            <a:off x="11489267" y="728133"/>
            <a:ext cx="146263" cy="1686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5CE9F5C6-0C66-1480-E102-1F37C71A3CD1}"/>
              </a:ext>
            </a:extLst>
          </p:cNvPr>
          <p:cNvSpPr/>
          <p:nvPr/>
        </p:nvSpPr>
        <p:spPr>
          <a:xfrm>
            <a:off x="11531599" y="745067"/>
            <a:ext cx="120864" cy="1594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4430250-1FE0-B9D8-4A19-14D4FED3C14C}"/>
              </a:ext>
            </a:extLst>
          </p:cNvPr>
          <p:cNvSpPr/>
          <p:nvPr/>
        </p:nvSpPr>
        <p:spPr>
          <a:xfrm>
            <a:off x="11523133" y="745067"/>
            <a:ext cx="129330" cy="20319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B65A0F0-8C07-DB1E-16D4-4218033C76A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774"/>
          <a:stretch/>
        </p:blipFill>
        <p:spPr>
          <a:xfrm>
            <a:off x="0" y="0"/>
            <a:ext cx="12192000" cy="701284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350D4DB3-7E7D-79E2-CF81-742904187C55}"/>
              </a:ext>
            </a:extLst>
          </p:cNvPr>
          <p:cNvSpPr txBox="1"/>
          <p:nvPr/>
        </p:nvSpPr>
        <p:spPr>
          <a:xfrm>
            <a:off x="465667" y="702427"/>
            <a:ext cx="11413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Актуальные темы обращений граждан по округу ТиНАО за период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r>
              <a:rPr lang="en-US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dateperiod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olos UI Medium" panose="020B0604020202020204" charset="-52"/>
                <a:cs typeface="Golos UI Medium" panose="020B0604020202020204" charset="-52"/>
              </a:rPr>
              <a:t>*</a:t>
            </a: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olos UI Medium" panose="020B0604020202020204" charset="-52"/>
              <a:cs typeface="Golos UI Medium" panose="020B0604020202020204" charset="-52"/>
            </a:endParaRP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378B0368-359D-56B0-5510-3BA73E26A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6415727"/>
              </p:ext>
            </p:extLst>
          </p:nvPr>
        </p:nvGraphicFramePr>
        <p:xfrm>
          <a:off x="139337" y="1083315"/>
          <a:ext cx="11975928" cy="5837534"/>
        </p:xfrm>
        <a:graphic>
          <a:graphicData uri="http://schemas.openxmlformats.org/drawingml/2006/table">
            <a:tbl>
              <a:tblPr/>
              <a:tblGrid>
                <a:gridCol w="307752">
                  <a:extLst>
                    <a:ext uri="{9D8B030D-6E8A-4147-A177-3AD203B41FA5}">
                      <a16:colId xmlns:a16="http://schemas.microsoft.com/office/drawing/2014/main" val="1807384650"/>
                    </a:ext>
                  </a:extLst>
                </a:gridCol>
                <a:gridCol w="3356648">
                  <a:extLst>
                    <a:ext uri="{9D8B030D-6E8A-4147-A177-3AD203B41FA5}">
                      <a16:colId xmlns:a16="http://schemas.microsoft.com/office/drawing/2014/main" val="1859566155"/>
                    </a:ext>
                  </a:extLst>
                </a:gridCol>
                <a:gridCol w="524351">
                  <a:extLst>
                    <a:ext uri="{9D8B030D-6E8A-4147-A177-3AD203B41FA5}">
                      <a16:colId xmlns:a16="http://schemas.microsoft.com/office/drawing/2014/main" val="1681958228"/>
                    </a:ext>
                  </a:extLst>
                </a:gridCol>
                <a:gridCol w="493112">
                  <a:extLst>
                    <a:ext uri="{9D8B030D-6E8A-4147-A177-3AD203B41FA5}">
                      <a16:colId xmlns:a16="http://schemas.microsoft.com/office/drawing/2014/main" val="2492503995"/>
                    </a:ext>
                  </a:extLst>
                </a:gridCol>
                <a:gridCol w="451356">
                  <a:extLst>
                    <a:ext uri="{9D8B030D-6E8A-4147-A177-3AD203B41FA5}">
                      <a16:colId xmlns:a16="http://schemas.microsoft.com/office/drawing/2014/main" val="3336818577"/>
                    </a:ext>
                  </a:extLst>
                </a:gridCol>
                <a:gridCol w="524575">
                  <a:extLst>
                    <a:ext uri="{9D8B030D-6E8A-4147-A177-3AD203B41FA5}">
                      <a16:colId xmlns:a16="http://schemas.microsoft.com/office/drawing/2014/main" val="1189918541"/>
                    </a:ext>
                  </a:extLst>
                </a:gridCol>
                <a:gridCol w="444593">
                  <a:extLst>
                    <a:ext uri="{9D8B030D-6E8A-4147-A177-3AD203B41FA5}">
                      <a16:colId xmlns:a16="http://schemas.microsoft.com/office/drawing/2014/main" val="3634068149"/>
                    </a:ext>
                  </a:extLst>
                </a:gridCol>
                <a:gridCol w="444593">
                  <a:extLst>
                    <a:ext uri="{9D8B030D-6E8A-4147-A177-3AD203B41FA5}">
                      <a16:colId xmlns:a16="http://schemas.microsoft.com/office/drawing/2014/main" val="1647954924"/>
                    </a:ext>
                  </a:extLst>
                </a:gridCol>
                <a:gridCol w="485012">
                  <a:extLst>
                    <a:ext uri="{9D8B030D-6E8A-4147-A177-3AD203B41FA5}">
                      <a16:colId xmlns:a16="http://schemas.microsoft.com/office/drawing/2014/main" val="79929613"/>
                    </a:ext>
                  </a:extLst>
                </a:gridCol>
                <a:gridCol w="485012">
                  <a:extLst>
                    <a:ext uri="{9D8B030D-6E8A-4147-A177-3AD203B41FA5}">
                      <a16:colId xmlns:a16="http://schemas.microsoft.com/office/drawing/2014/main" val="2610532331"/>
                    </a:ext>
                  </a:extLst>
                </a:gridCol>
                <a:gridCol w="452678">
                  <a:extLst>
                    <a:ext uri="{9D8B030D-6E8A-4147-A177-3AD203B41FA5}">
                      <a16:colId xmlns:a16="http://schemas.microsoft.com/office/drawing/2014/main" val="356605373"/>
                    </a:ext>
                  </a:extLst>
                </a:gridCol>
                <a:gridCol w="468843">
                  <a:extLst>
                    <a:ext uri="{9D8B030D-6E8A-4147-A177-3AD203B41FA5}">
                      <a16:colId xmlns:a16="http://schemas.microsoft.com/office/drawing/2014/main" val="1126207031"/>
                    </a:ext>
                  </a:extLst>
                </a:gridCol>
                <a:gridCol w="476927">
                  <a:extLst>
                    <a:ext uri="{9D8B030D-6E8A-4147-A177-3AD203B41FA5}">
                      <a16:colId xmlns:a16="http://schemas.microsoft.com/office/drawing/2014/main" val="1695970720"/>
                    </a:ext>
                  </a:extLst>
                </a:gridCol>
                <a:gridCol w="475109">
                  <a:extLst>
                    <a:ext uri="{9D8B030D-6E8A-4147-A177-3AD203B41FA5}">
                      <a16:colId xmlns:a16="http://schemas.microsoft.com/office/drawing/2014/main" val="2297705719"/>
                    </a:ext>
                  </a:extLst>
                </a:gridCol>
                <a:gridCol w="485197">
                  <a:extLst>
                    <a:ext uri="{9D8B030D-6E8A-4147-A177-3AD203B41FA5}">
                      <a16:colId xmlns:a16="http://schemas.microsoft.com/office/drawing/2014/main" val="2394997591"/>
                    </a:ext>
                  </a:extLst>
                </a:gridCol>
                <a:gridCol w="485197">
                  <a:extLst>
                    <a:ext uri="{9D8B030D-6E8A-4147-A177-3AD203B41FA5}">
                      <a16:colId xmlns:a16="http://schemas.microsoft.com/office/drawing/2014/main" val="154697275"/>
                    </a:ext>
                  </a:extLst>
                </a:gridCol>
                <a:gridCol w="485197">
                  <a:extLst>
                    <a:ext uri="{9D8B030D-6E8A-4147-A177-3AD203B41FA5}">
                      <a16:colId xmlns:a16="http://schemas.microsoft.com/office/drawing/2014/main" val="1112597304"/>
                    </a:ext>
                  </a:extLst>
                </a:gridCol>
                <a:gridCol w="485197">
                  <a:extLst>
                    <a:ext uri="{9D8B030D-6E8A-4147-A177-3AD203B41FA5}">
                      <a16:colId xmlns:a16="http://schemas.microsoft.com/office/drawing/2014/main" val="2560002544"/>
                    </a:ext>
                  </a:extLst>
                </a:gridCol>
                <a:gridCol w="644579">
                  <a:extLst>
                    <a:ext uri="{9D8B030D-6E8A-4147-A177-3AD203B41FA5}">
                      <a16:colId xmlns:a16="http://schemas.microsoft.com/office/drawing/2014/main" val="3682050312"/>
                    </a:ext>
                  </a:extLst>
                </a:gridCol>
              </a:tblGrid>
              <a:tr h="12636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№ п/п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Тема обращения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@rtin7@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@rtin8@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@rtin9@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@rtin10@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@rtin11@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@rtin12@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@rtin13@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@rtin14@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@rtin15@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@rtin16@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ИТОГО</a:t>
                      </a:r>
                    </a:p>
                  </a:txBody>
                  <a:tcPr marL="6350" marR="6350" marT="6350" marB="0" vert="vert27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76599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63855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902644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*t3t*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Golos UI Medium" panose="020B0604020202020204" pitchFamily="34" charset="-52"/>
                        </a:rPr>
                        <a:t>@tins3@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383438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*t4t*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753315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*t5t*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244349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*t6t*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0236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*t7t*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2986846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*t8t*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1179505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*t9t*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167744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*t10t*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987315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*t11t*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@tin59@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@tin119@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@tin179@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50449"/>
                  </a:ext>
                </a:extLst>
              </a:tr>
              <a:tr h="322834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/>
                          <a:ea typeface="+mn-ea"/>
                          <a:cs typeface="+mn-cs"/>
                        </a:rPr>
                        <a:t>2</a:t>
                      </a:r>
                      <a:endParaRPr lang="ru-RU" sz="1100" b="0" i="0" u="none" strike="noStrike" kern="1200" dirty="0">
                        <a:solidFill>
                          <a:srgbClr val="000000"/>
                        </a:solidFill>
                        <a:effectLst/>
                        <a:latin typeface="Golos UI Medium" panose="020B0604020202020204"/>
                        <a:ea typeface="+mn-ea"/>
                        <a:cs typeface="+mn-cs"/>
                      </a:endParaRPr>
                    </a:p>
                  </a:txBody>
                  <a:tcPr marL="5865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cs typeface="Golos UI Medium" panose="020B0604020202020204" pitchFamily="34" charset="-52"/>
                        </a:rPr>
                        <a:t>*t12t*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@tin24@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@tin36@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@tin48@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@tin60@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@tin72@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@tin84@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@tin96@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@tin108@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@tin120@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@tin132@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@tin144@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@tin156@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@tin168@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@tin180@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af-ZA" sz="11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  <a:ea typeface="+mn-ea"/>
                          <a:cs typeface="+mn-cs"/>
                        </a:rPr>
                        <a:t>@tin192@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UI Medium" panose="020B0604020202020204" pitchFamily="34" charset="-52"/>
                        </a:rPr>
                        <a:t>@tins12@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DF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610983"/>
                  </a:ext>
                </a:extLst>
              </a:tr>
              <a:tr h="408448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ru-RU" sz="1200" b="1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/>
                        </a:rPr>
                        <a:t>ОБЩИЙ ИТОГ</a:t>
                      </a:r>
                    </a:p>
                  </a:txBody>
                  <a:tcPr marL="105568" marR="5865" marT="586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@tini7@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@tini8@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@tini9@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@tini10@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@tini11@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@tini12@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Golos UI Medium" panose="020B0604020202020204" pitchFamily="34" charset="-52"/>
                        </a:rPr>
                        <a:t>@tini13@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@tini14@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@tini15@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@tini16@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Golos UI Medium" panose="020B0604020202020204" pitchFamily="34" charset="-52"/>
                        </a:rPr>
                        <a:t>@tinis@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4AC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06205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03959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5659</TotalTime>
  <Words>13553</Words>
  <Application>Microsoft Office PowerPoint</Application>
  <PresentationFormat>Широкоэкранный</PresentationFormat>
  <Paragraphs>4671</Paragraphs>
  <Slides>23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Golos UI</vt:lpstr>
      <vt:lpstr>Golos UI Medium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Подпоркин Александр Сергеевич</dc:creator>
  <cp:lastModifiedBy>Артём Аквилев</cp:lastModifiedBy>
  <cp:revision>441</cp:revision>
  <dcterms:created xsi:type="dcterms:W3CDTF">2024-03-22T06:10:28Z</dcterms:created>
  <dcterms:modified xsi:type="dcterms:W3CDTF">2026-02-11T17:10:30Z</dcterms:modified>
</cp:coreProperties>
</file>