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13" r:id="rId1"/>
    <p:sldMasterId id="2147483816" r:id="rId2"/>
    <p:sldMasterId id="2147483830" r:id="rId3"/>
    <p:sldMasterId id="2147484741" r:id="rId4"/>
    <p:sldMasterId id="2147484770" r:id="rId5"/>
  </p:sldMasterIdLst>
  <p:notesMasterIdLst>
    <p:notesMasterId r:id="rId9"/>
  </p:notesMasterIdLst>
  <p:handoutMasterIdLst>
    <p:handoutMasterId r:id="rId10"/>
  </p:handoutMasterIdLst>
  <p:sldIdLst>
    <p:sldId id="5599" r:id="rId6"/>
    <p:sldId id="6211" r:id="rId7"/>
    <p:sldId id="6207" r:id="rId8"/>
  </p:sldIdLst>
  <p:sldSz cx="15119350" cy="10691813"/>
  <p:notesSz cx="6792913" cy="9925050"/>
  <p:embeddedFontLst>
    <p:embeddedFont>
      <p:font typeface="Golos UI" panose="020B0504020202020204" pitchFamily="34" charset="-52"/>
      <p:regular r:id="rId11"/>
      <p:bold r:id="rId12"/>
    </p:embeddedFont>
    <p:embeddedFont>
      <p:font typeface="Golos UI Medium" panose="020B0604020202020204" pitchFamily="34" charset="-52"/>
      <p:regular r:id="rId13"/>
    </p:embeddedFont>
    <p:embeddedFont>
      <p:font typeface="Golos UI Medium" panose="020B0604020202020204" pitchFamily="34" charset="-52"/>
      <p:regular r:id="rId13"/>
    </p:embeddedFont>
    <p:embeddedFont>
      <p:font typeface="Helvetica" panose="020B0604020202020204" pitchFamily="34" charset="0"/>
      <p:regular r:id="rId14"/>
      <p:bold r:id="rId15"/>
      <p:italic r:id="rId16"/>
      <p:boldItalic r:id="rId17"/>
    </p:embeddedFont>
    <p:embeddedFont>
      <p:font typeface="Helvetica Light" panose="020B0604020202020204" charset="0"/>
      <p:regular r:id="rId18"/>
    </p:embeddedFont>
    <p:embeddedFont>
      <p:font typeface="Trebuchet MS" panose="020B0603020202020204" pitchFamily="34" charset="0"/>
      <p:regular r:id="rId19"/>
      <p:bold r:id="rId20"/>
      <p:italic r:id="rId21"/>
      <p:boldItalic r:id="rId22"/>
    </p:embeddedFont>
    <p:embeddedFont>
      <p:font typeface="Trebuchet MS Обычный" panose="020B060402020202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52674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1pPr>
    <a:lvl2pPr marL="526740" algn="l" defTabSz="52674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2pPr>
    <a:lvl3pPr marL="1053480" algn="l" defTabSz="52674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3pPr>
    <a:lvl4pPr marL="1580220" algn="l" defTabSz="52674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4pPr>
    <a:lvl5pPr marL="2106960" algn="l" defTabSz="52674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5pPr>
    <a:lvl6pPr marL="2633701" algn="l" defTabSz="52674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6pPr>
    <a:lvl7pPr marL="3160441" algn="l" defTabSz="52674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7pPr>
    <a:lvl8pPr marL="3687181" algn="l" defTabSz="52674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8pPr>
    <a:lvl9pPr marL="4213921" algn="l" defTabSz="52674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" id="{75847762-96E1-454D-91E1-A6E0F8B135AC}">
          <p14:sldIdLst>
            <p14:sldId id="5599"/>
            <p14:sldId id="6211"/>
            <p14:sldId id="6207"/>
          </p14:sldIdLst>
        </p14:section>
        <p14:section name="Приложение" id="{FF415A29-162D-4646-84F4-A685666B37B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937" userDrawn="1">
          <p15:clr>
            <a:srgbClr val="A4A3A4"/>
          </p15:clr>
        </p15:guide>
        <p15:guide id="2" pos="6871" userDrawn="1">
          <p15:clr>
            <a:srgbClr val="A4A3A4"/>
          </p15:clr>
        </p15:guide>
        <p15:guide id="3" pos="8345" userDrawn="1">
          <p15:clr>
            <a:srgbClr val="A4A3A4"/>
          </p15:clr>
        </p15:guide>
        <p15:guide id="4" pos="1814" userDrawn="1">
          <p15:clr>
            <a:srgbClr val="A4A3A4"/>
          </p15:clr>
        </p15:guide>
        <p15:guide id="12" orient="horz" pos="1939" userDrawn="1">
          <p15:clr>
            <a:srgbClr val="A4A3A4"/>
          </p15:clr>
        </p15:guide>
        <p15:guide id="14" orient="horz" pos="465" userDrawn="1">
          <p15:clr>
            <a:srgbClr val="A4A3A4"/>
          </p15:clr>
        </p15:guide>
        <p15:guide id="18" pos="5601" userDrawn="1">
          <p15:clr>
            <a:srgbClr val="A4A3A4"/>
          </p15:clr>
        </p15:guide>
        <p15:guide id="19" pos="5374" userDrawn="1">
          <p15:clr>
            <a:srgbClr val="A4A3A4"/>
          </p15:clr>
        </p15:guide>
        <p15:guide id="20" orient="horz" pos="3163" userDrawn="1">
          <p15:clr>
            <a:srgbClr val="A4A3A4"/>
          </p15:clr>
        </p15:guide>
        <p15:guide id="22" orient="horz" pos="5431" userDrawn="1">
          <p15:clr>
            <a:srgbClr val="A4A3A4"/>
          </p15:clr>
        </p15:guide>
        <p15:guide id="24" pos="7710" userDrawn="1">
          <p15:clr>
            <a:srgbClr val="A4A3A4"/>
          </p15:clr>
        </p15:guide>
        <p15:guide id="25" pos="8890" userDrawn="1">
          <p15:clr>
            <a:srgbClr val="A4A3A4"/>
          </p15:clr>
        </p15:guide>
        <p15:guide id="26" pos="4467" userDrawn="1">
          <p15:clr>
            <a:srgbClr val="A4A3A4"/>
          </p15:clr>
        </p15:guide>
        <p15:guide id="27" orient="horz" pos="1576" userDrawn="1">
          <p15:clr>
            <a:srgbClr val="A4A3A4"/>
          </p15:clr>
        </p15:guide>
        <p15:guide id="29" orient="horz" pos="4365" userDrawn="1">
          <p15:clr>
            <a:srgbClr val="A4A3A4"/>
          </p15:clr>
        </p15:guide>
        <p15:guide id="30" pos="657" userDrawn="1">
          <p15:clr>
            <a:srgbClr val="5ACBF0"/>
          </p15:clr>
        </p15:guide>
        <p15:guide id="31" orient="horz" pos="918" userDrawn="1">
          <p15:clr>
            <a:srgbClr val="A4A3A4"/>
          </p15:clr>
        </p15:guide>
        <p15:guide id="33" pos="9185" userDrawn="1">
          <p15:clr>
            <a:srgbClr val="A4A3A4"/>
          </p15:clr>
        </p15:guide>
        <p15:guide id="34" pos="4989" userDrawn="1">
          <p15:clr>
            <a:srgbClr val="A4A3A4"/>
          </p15:clr>
        </p15:guide>
        <p15:guide id="36" orient="horz" pos="5227" userDrawn="1">
          <p15:clr>
            <a:srgbClr val="A4A3A4"/>
          </p15:clr>
        </p15:guide>
        <p15:guide id="39" pos="2607" userDrawn="1">
          <p15:clr>
            <a:srgbClr val="A4A3A4"/>
          </p15:clr>
        </p15:guide>
        <p15:guide id="40" pos="339" userDrawn="1">
          <p15:clr>
            <a:srgbClr val="A4A3A4"/>
          </p15:clr>
        </p15:guide>
        <p15:guide id="43" pos="7597" userDrawn="1">
          <p15:clr>
            <a:srgbClr val="5ACBF0"/>
          </p15:clr>
        </p15:guide>
        <p15:guide id="44" orient="horz" pos="2438" userDrawn="1">
          <p15:clr>
            <a:srgbClr val="A4A3A4"/>
          </p15:clr>
        </p15:guide>
        <p15:guide id="45" orient="horz" pos="2415" userDrawn="1">
          <p15:clr>
            <a:srgbClr val="5ACBF0"/>
          </p15:clr>
        </p15:guide>
        <p15:guide id="46" orient="horz" pos="215" userDrawn="1">
          <p15:clr>
            <a:srgbClr val="A4A3A4"/>
          </p15:clr>
        </p15:guide>
        <p15:guide id="47" orient="horz" pos="6202" userDrawn="1">
          <p15:clr>
            <a:srgbClr val="A4A3A4"/>
          </p15:clr>
        </p15:guide>
        <p15:guide id="48" orient="horz" pos="1077" userDrawn="1">
          <p15:clr>
            <a:srgbClr val="A4A3A4"/>
          </p15:clr>
        </p15:guide>
        <p15:guide id="49" orient="horz" pos="2279" userDrawn="1">
          <p15:clr>
            <a:srgbClr val="A4A3A4"/>
          </p15:clr>
        </p15:guide>
        <p15:guide id="50" orient="horz" pos="4003" userDrawn="1">
          <p15:clr>
            <a:srgbClr val="A4A3A4"/>
          </p15:clr>
        </p15:guide>
        <p15:guide id="51" orient="horz" pos="4433" userDrawn="1">
          <p15:clr>
            <a:srgbClr val="A4A3A4"/>
          </p15:clr>
        </p15:guide>
        <p15:guide id="52" orient="horz" pos="6384" userDrawn="1">
          <p15:clr>
            <a:srgbClr val="A4A3A4"/>
          </p15:clr>
        </p15:guide>
        <p15:guide id="53" orient="horz" pos="4660" userDrawn="1">
          <p15:clr>
            <a:srgbClr val="A4A3A4"/>
          </p15:clr>
        </p15:guide>
        <p15:guide id="54" orient="horz" pos="3458" userDrawn="1">
          <p15:clr>
            <a:srgbClr val="A4A3A4"/>
          </p15:clr>
        </p15:guide>
        <p15:guide id="55" pos="6554" userDrawn="1">
          <p15:clr>
            <a:srgbClr val="A4A3A4"/>
          </p15:clr>
        </p15:guide>
        <p15:guide id="56" orient="horz" pos="5000" userDrawn="1">
          <p15:clr>
            <a:srgbClr val="A4A3A4"/>
          </p15:clr>
        </p15:guide>
        <p15:guide id="57" orient="horz" pos="4819" userDrawn="1">
          <p15:clr>
            <a:srgbClr val="A4A3A4"/>
          </p15:clr>
        </p15:guide>
        <p15:guide id="58" pos="9117" userDrawn="1">
          <p15:clr>
            <a:srgbClr val="A4A3A4"/>
          </p15:clr>
        </p15:guide>
        <p15:guide id="59" pos="3174" userDrawn="1">
          <p15:clr>
            <a:srgbClr val="A4A3A4"/>
          </p15:clr>
        </p15:guide>
        <p15:guide id="60" orient="horz" pos="487" userDrawn="1">
          <p15:clr>
            <a:srgbClr val="A4A3A4"/>
          </p15:clr>
        </p15:guide>
        <p15:guide id="61" pos="2358" userDrawn="1">
          <p15:clr>
            <a:srgbClr val="A4A3A4"/>
          </p15:clr>
        </p15:guide>
        <p15:guide id="62" pos="4535" userDrawn="1">
          <p15:clr>
            <a:srgbClr val="A4A3A4"/>
          </p15:clr>
        </p15:guide>
        <p15:guide id="63" orient="horz" pos="27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иронов Дмитрий Сергеевич" initials="МДС" lastIdx="1" clrIdx="0"/>
  <p:cmAuthor id="2" name="Таболова Марина Петровна" initials="ТМП" lastIdx="2" clrIdx="1">
    <p:extLst>
      <p:ext uri="{19B8F6BF-5375-455C-9EA6-DF929625EA0E}">
        <p15:presenceInfo xmlns:p15="http://schemas.microsoft.com/office/powerpoint/2012/main" userId="S-1-5-21-3458641908-3572135408-2471819006-2831" providerId="AD"/>
      </p:ext>
    </p:extLst>
  </p:cmAuthor>
  <p:cmAuthor id="3" name="Владинцева Екатерина Игоревна" initials="ВЕИ" lastIdx="3" clrIdx="2">
    <p:extLst>
      <p:ext uri="{19B8F6BF-5375-455C-9EA6-DF929625EA0E}">
        <p15:presenceInfo xmlns:p15="http://schemas.microsoft.com/office/powerpoint/2012/main" userId="S-1-5-21-3458641908-3572135408-2471819006-2666" providerId="AD"/>
      </p:ext>
    </p:extLst>
  </p:cmAuthor>
  <p:cmAuthor id="4" name="Борисенко Никита Леонидович" initials="БНЛ" lastIdx="1" clrIdx="3">
    <p:extLst>
      <p:ext uri="{19B8F6BF-5375-455C-9EA6-DF929625EA0E}">
        <p15:presenceInfo xmlns:p15="http://schemas.microsoft.com/office/powerpoint/2012/main" userId="S-1-5-21-3458641908-3572135408-2471819006-2449" providerId="AD"/>
      </p:ext>
    </p:extLst>
  </p:cmAuthor>
  <p:cmAuthor id="5" name="Феофилактова Елена Владимировна" initials="ФЕВ" lastIdx="3" clrIdx="4">
    <p:extLst>
      <p:ext uri="{19B8F6BF-5375-455C-9EA6-DF929625EA0E}">
        <p15:presenceInfo xmlns:p15="http://schemas.microsoft.com/office/powerpoint/2012/main" userId="S-1-5-21-3458641908-3572135408-2471819006-2909" providerId="AD"/>
      </p:ext>
    </p:extLst>
  </p:cmAuthor>
  <p:cmAuthor id="6" name="Грачева Светлана Александровна" initials="ГСА" lastIdx="2" clrIdx="5">
    <p:extLst>
      <p:ext uri="{19B8F6BF-5375-455C-9EA6-DF929625EA0E}">
        <p15:presenceInfo xmlns:p15="http://schemas.microsoft.com/office/powerpoint/2012/main" userId="S-1-5-21-3458641908-3572135408-2471819006-27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FFFE"/>
    <a:srgbClr val="000001"/>
    <a:srgbClr val="959595"/>
    <a:srgbClr val="000000"/>
    <a:srgbClr val="8FAADC"/>
    <a:srgbClr val="B5BED0"/>
    <a:srgbClr val="BDD7EE"/>
    <a:srgbClr val="EF6B6B"/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Средний стиль 1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6362" autoAdjust="0"/>
  </p:normalViewPr>
  <p:slideViewPr>
    <p:cSldViewPr snapToGrid="0" snapToObjects="1">
      <p:cViewPr>
        <p:scale>
          <a:sx n="125" d="100"/>
          <a:sy n="125" d="100"/>
        </p:scale>
        <p:origin x="642" y="-942"/>
      </p:cViewPr>
      <p:guideLst>
        <p:guide orient="horz" pos="2937"/>
        <p:guide pos="6871"/>
        <p:guide pos="8345"/>
        <p:guide pos="1814"/>
        <p:guide orient="horz" pos="1939"/>
        <p:guide orient="horz" pos="465"/>
        <p:guide pos="5601"/>
        <p:guide pos="5374"/>
        <p:guide orient="horz" pos="3163"/>
        <p:guide orient="horz" pos="5431"/>
        <p:guide pos="7710"/>
        <p:guide pos="8890"/>
        <p:guide pos="4467"/>
        <p:guide orient="horz" pos="1576"/>
        <p:guide orient="horz" pos="4365"/>
        <p:guide pos="657"/>
        <p:guide orient="horz" pos="918"/>
        <p:guide pos="9185"/>
        <p:guide pos="4989"/>
        <p:guide orient="horz" pos="5227"/>
        <p:guide pos="2607"/>
        <p:guide pos="339"/>
        <p:guide pos="7597"/>
        <p:guide orient="horz" pos="2438"/>
        <p:guide orient="horz" pos="2415"/>
        <p:guide orient="horz" pos="215"/>
        <p:guide orient="horz" pos="6202"/>
        <p:guide orient="horz" pos="1077"/>
        <p:guide orient="horz" pos="2279"/>
        <p:guide orient="horz" pos="4003"/>
        <p:guide orient="horz" pos="4433"/>
        <p:guide orient="horz" pos="6384"/>
        <p:guide orient="horz" pos="4660"/>
        <p:guide orient="horz" pos="3458"/>
        <p:guide pos="6554"/>
        <p:guide orient="horz" pos="5000"/>
        <p:guide orient="horz" pos="4819"/>
        <p:guide pos="9117"/>
        <p:guide pos="3174"/>
        <p:guide orient="horz" pos="487"/>
        <p:guide pos="2358"/>
        <p:guide pos="4535"/>
        <p:guide orient="horz" pos="27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400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1.fntdata"/><Relationship Id="rId7" Type="http://schemas.openxmlformats.org/officeDocument/2006/relationships/slide" Target="slides/slide2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Master" Target="slideMasters/slideMaster5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57" y="25"/>
            <a:ext cx="2943595" cy="497978"/>
          </a:xfrm>
          <a:prstGeom prst="rect">
            <a:avLst/>
          </a:prstGeom>
        </p:spPr>
        <p:txBody>
          <a:bodyPr vert="horz" lIns="91051" tIns="45529" rIns="91051" bIns="45529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7801" y="25"/>
            <a:ext cx="2943595" cy="497978"/>
          </a:xfrm>
          <a:prstGeom prst="rect">
            <a:avLst/>
          </a:prstGeom>
        </p:spPr>
        <p:txBody>
          <a:bodyPr vert="horz" lIns="91051" tIns="45529" rIns="91051" bIns="45529" rtlCol="0"/>
          <a:lstStyle>
            <a:lvl1pPr algn="r">
              <a:defRPr sz="1200"/>
            </a:lvl1pPr>
          </a:lstStyle>
          <a:p>
            <a:fld id="{CBA23DE8-AACA-2A49-8DD8-08BE76DA3E87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57" y="9427090"/>
            <a:ext cx="2943595" cy="497978"/>
          </a:xfrm>
          <a:prstGeom prst="rect">
            <a:avLst/>
          </a:prstGeom>
        </p:spPr>
        <p:txBody>
          <a:bodyPr vert="horz" lIns="91051" tIns="45529" rIns="91051" bIns="45529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7801" y="9427090"/>
            <a:ext cx="2943595" cy="497978"/>
          </a:xfrm>
          <a:prstGeom prst="rect">
            <a:avLst/>
          </a:prstGeom>
        </p:spPr>
        <p:txBody>
          <a:bodyPr vert="horz" lIns="91051" tIns="45529" rIns="91051" bIns="45529" rtlCol="0" anchor="b"/>
          <a:lstStyle>
            <a:lvl1pPr algn="r">
              <a:defRPr sz="1200"/>
            </a:lvl1pPr>
          </a:lstStyle>
          <a:p>
            <a:fld id="{9C84E537-73FB-674D-89A4-78C87A9AC9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941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/>
          </p:nvPr>
        </p:nvSpPr>
        <p:spPr>
          <a:xfrm>
            <a:off x="762000" y="739775"/>
            <a:ext cx="5268913" cy="3727450"/>
          </a:xfrm>
          <a:prstGeom prst="rect">
            <a:avLst/>
          </a:prstGeom>
        </p:spPr>
        <p:txBody>
          <a:bodyPr lIns="91051" tIns="45529" rIns="91051" bIns="45529"/>
          <a:lstStyle/>
          <a:p>
            <a:endParaRPr/>
          </a:p>
        </p:txBody>
      </p:sp>
      <p:sp>
        <p:nvSpPr>
          <p:cNvPr id="65" name="Shape 65"/>
          <p:cNvSpPr>
            <a:spLocks noGrp="1"/>
          </p:cNvSpPr>
          <p:nvPr>
            <p:ph type="body" sz="quarter" idx="1"/>
          </p:nvPr>
        </p:nvSpPr>
        <p:spPr>
          <a:xfrm>
            <a:off x="905739" y="4714419"/>
            <a:ext cx="4981471" cy="4466274"/>
          </a:xfrm>
          <a:prstGeom prst="rect">
            <a:avLst/>
          </a:prstGeom>
        </p:spPr>
        <p:txBody>
          <a:bodyPr lIns="91051" tIns="45529" rIns="91051" bIns="4552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4606600"/>
      </p:ext>
    </p:extLst>
  </p:cSld>
  <p:clrMap bg1="dk1" tx1="lt1" bg2="dk2" tx2="lt2" accent1="accent1" accent2="accent2" accent3="accent3" accent4="accent4" accent5="accent5" accent6="accent6" hlink="hlink" folHlink="folHlink"/>
  <p:notesStyle>
    <a:lvl1pPr defTabSz="309698" latinLnBrk="0">
      <a:lnSpc>
        <a:spcPct val="120000"/>
      </a:lnSpc>
      <a:defRPr sz="1083" spc="21">
        <a:solidFill>
          <a:srgbClr val="A7A7A7"/>
        </a:solidFill>
        <a:latin typeface="+mn-lt"/>
        <a:ea typeface="+mn-ea"/>
        <a:cs typeface="+mn-cs"/>
        <a:sym typeface="Trebuchet MS"/>
      </a:defRPr>
    </a:lvl1pPr>
    <a:lvl2pPr indent="154849" defTabSz="309698" latinLnBrk="0">
      <a:lnSpc>
        <a:spcPct val="120000"/>
      </a:lnSpc>
      <a:defRPr sz="1083" spc="21">
        <a:solidFill>
          <a:srgbClr val="A7A7A7"/>
        </a:solidFill>
        <a:latin typeface="+mn-lt"/>
        <a:ea typeface="+mn-ea"/>
        <a:cs typeface="+mn-cs"/>
        <a:sym typeface="Trebuchet MS"/>
      </a:defRPr>
    </a:lvl2pPr>
    <a:lvl3pPr indent="309698" defTabSz="309698" latinLnBrk="0">
      <a:lnSpc>
        <a:spcPct val="120000"/>
      </a:lnSpc>
      <a:defRPr sz="1083" spc="21">
        <a:solidFill>
          <a:srgbClr val="A7A7A7"/>
        </a:solidFill>
        <a:latin typeface="+mn-lt"/>
        <a:ea typeface="+mn-ea"/>
        <a:cs typeface="+mn-cs"/>
        <a:sym typeface="Trebuchet MS"/>
      </a:defRPr>
    </a:lvl3pPr>
    <a:lvl4pPr indent="464546" defTabSz="309698" latinLnBrk="0">
      <a:lnSpc>
        <a:spcPct val="120000"/>
      </a:lnSpc>
      <a:defRPr sz="1083" spc="21">
        <a:solidFill>
          <a:srgbClr val="A7A7A7"/>
        </a:solidFill>
        <a:latin typeface="+mn-lt"/>
        <a:ea typeface="+mn-ea"/>
        <a:cs typeface="+mn-cs"/>
        <a:sym typeface="Trebuchet MS"/>
      </a:defRPr>
    </a:lvl4pPr>
    <a:lvl5pPr indent="619395" defTabSz="309698" latinLnBrk="0">
      <a:lnSpc>
        <a:spcPct val="120000"/>
      </a:lnSpc>
      <a:defRPr sz="1083" spc="21">
        <a:solidFill>
          <a:srgbClr val="A7A7A7"/>
        </a:solidFill>
        <a:latin typeface="+mn-lt"/>
        <a:ea typeface="+mn-ea"/>
        <a:cs typeface="+mn-cs"/>
        <a:sym typeface="Trebuchet MS"/>
      </a:defRPr>
    </a:lvl5pPr>
    <a:lvl6pPr indent="774245" defTabSz="309698" latinLnBrk="0">
      <a:lnSpc>
        <a:spcPct val="120000"/>
      </a:lnSpc>
      <a:defRPr sz="1083" spc="21">
        <a:solidFill>
          <a:srgbClr val="A7A7A7"/>
        </a:solidFill>
        <a:latin typeface="+mn-lt"/>
        <a:ea typeface="+mn-ea"/>
        <a:cs typeface="+mn-cs"/>
        <a:sym typeface="Trebuchet MS"/>
      </a:defRPr>
    </a:lvl6pPr>
    <a:lvl7pPr indent="929094" defTabSz="309698" latinLnBrk="0">
      <a:lnSpc>
        <a:spcPct val="120000"/>
      </a:lnSpc>
      <a:defRPr sz="1083" spc="21">
        <a:solidFill>
          <a:srgbClr val="A7A7A7"/>
        </a:solidFill>
        <a:latin typeface="+mn-lt"/>
        <a:ea typeface="+mn-ea"/>
        <a:cs typeface="+mn-cs"/>
        <a:sym typeface="Trebuchet MS"/>
      </a:defRPr>
    </a:lvl7pPr>
    <a:lvl8pPr indent="1083943" defTabSz="309698" latinLnBrk="0">
      <a:lnSpc>
        <a:spcPct val="120000"/>
      </a:lnSpc>
      <a:defRPr sz="1083" spc="21">
        <a:solidFill>
          <a:srgbClr val="A7A7A7"/>
        </a:solidFill>
        <a:latin typeface="+mn-lt"/>
        <a:ea typeface="+mn-ea"/>
        <a:cs typeface="+mn-cs"/>
        <a:sym typeface="Trebuchet MS"/>
      </a:defRPr>
    </a:lvl8pPr>
    <a:lvl9pPr indent="1238792" defTabSz="309698" latinLnBrk="0">
      <a:lnSpc>
        <a:spcPct val="120000"/>
      </a:lnSpc>
      <a:defRPr sz="1083" spc="21">
        <a:solidFill>
          <a:srgbClr val="A7A7A7"/>
        </a:solidFill>
        <a:latin typeface="+mn-lt"/>
        <a:ea typeface="+mn-ea"/>
        <a:cs typeface="+mn-cs"/>
        <a:sym typeface="Trebuchet M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6753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4759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951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20722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878501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">
            <a:extLst>
              <a:ext uri="{FF2B5EF4-FFF2-40B4-BE49-F238E27FC236}">
                <a16:creationId xmlns:a16="http://schemas.microsoft.com/office/drawing/2014/main" id="{427E7750-2AA4-4DDA-AE32-189FFB588D9F}"/>
              </a:ext>
            </a:extLst>
          </p:cNvPr>
          <p:cNvSpPr txBox="1"/>
          <p:nvPr userDrawn="1"/>
        </p:nvSpPr>
        <p:spPr>
          <a:xfrm>
            <a:off x="14259618" y="657864"/>
            <a:ext cx="784326" cy="444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2315" tIns="92315" rIns="92315" bIns="92315">
            <a:spAutoFit/>
          </a:bodyPr>
          <a:lstStyle/>
          <a:p>
            <a:pPr algn="ctr">
              <a:defRPr sz="3000">
                <a:solidFill>
                  <a:srgbClr val="C82506">
                    <a:satOff val="-30358"/>
                    <a:lumOff val="14901"/>
                  </a:srgbClr>
                </a:solidFill>
                <a:latin typeface="+mn-lt"/>
                <a:ea typeface="+mn-ea"/>
                <a:cs typeface="+mn-cs"/>
                <a:sym typeface="Trebuchet MS"/>
              </a:defRPr>
            </a:pPr>
            <a:fld id="{86CB4B4D-7CA3-9044-876B-883B54F8677D}" type="slidenum">
              <a:rPr sz="1676" smtClean="0">
                <a:solidFill>
                  <a:prstClr val="white">
                    <a:lumMod val="50000"/>
                  </a:prstClr>
                </a:solidFill>
                <a:latin typeface="Trebuchet MS"/>
                <a:ea typeface="+mn-ea"/>
                <a:sym typeface="Trebuchet MS"/>
              </a:rPr>
              <a:pPr algn="ctr">
                <a:defRPr sz="3000">
                  <a:solidFill>
                    <a:srgbClr val="C82506">
                      <a:satOff val="-30358"/>
                      <a:lumOff val="14901"/>
                    </a:srgbClr>
                  </a:solidFill>
                  <a:latin typeface="+mn-lt"/>
                  <a:ea typeface="+mn-ea"/>
                  <a:cs typeface="+mn-cs"/>
                  <a:sym typeface="Trebuchet MS"/>
                </a:defRPr>
              </a:pPr>
              <a:t>‹#›</a:t>
            </a:fld>
            <a:endParaRPr sz="3878" dirty="0">
              <a:solidFill>
                <a:prstClr val="white">
                  <a:lumMod val="50000"/>
                </a:prstClr>
              </a:solidFill>
              <a:latin typeface="Trebuchet MS"/>
              <a:ea typeface="+mn-ea"/>
              <a:sym typeface="Trebuchet MS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70F7654-252A-4E77-A829-F2D55C729A06}"/>
              </a:ext>
            </a:extLst>
          </p:cNvPr>
          <p:cNvCxnSpPr/>
          <p:nvPr userDrawn="1"/>
        </p:nvCxnSpPr>
        <p:spPr>
          <a:xfrm>
            <a:off x="1596454" y="1457306"/>
            <a:ext cx="10111043" cy="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D277CC0-9AC4-43BC-80B6-A0E3571E6FE1}"/>
              </a:ext>
            </a:extLst>
          </p:cNvPr>
          <p:cNvCxnSpPr/>
          <p:nvPr userDrawn="1"/>
        </p:nvCxnSpPr>
        <p:spPr>
          <a:xfrm>
            <a:off x="368171" y="1457306"/>
            <a:ext cx="1122995" cy="0"/>
          </a:xfrm>
          <a:prstGeom prst="line">
            <a:avLst/>
          </a:prstGeom>
          <a:ln w="571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063343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B7B21-45C7-4A8F-FB17-23F7F4411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1750148"/>
            <a:ext cx="11339513" cy="372127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9A9F17-2BCD-DFB2-4F2C-F26236AE9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5616385"/>
            <a:ext cx="11339513" cy="25810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D82F4C-F84F-11E7-DD53-5607671A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3189D7-E171-C9BB-AD8D-3A3D4A75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225737-6B03-B82D-4067-156F7820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67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6F436-EBC1-2613-A4D6-2DCDC00CB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706" y="569240"/>
            <a:ext cx="13041939" cy="206658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AFD58F-5795-5051-2C9A-06B0551B1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706" y="2846200"/>
            <a:ext cx="13041939" cy="6783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997270-5B59-D730-C91B-0F97D3CC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FFDA35-5227-DFBF-60A0-F4408B9C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F7B393-4FF5-B82F-5338-0606F287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92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B3400-F350-F727-DA8A-555C1696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06" y="2665882"/>
            <a:ext cx="13040065" cy="4447851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9BB8EF-0048-9C50-5D9A-1F33B0993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206" y="7154393"/>
            <a:ext cx="13040065" cy="23388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AB589F-39AB-E61F-3182-E825E3D9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FBC218-D9F3-90DF-6286-4301BEE2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E0F2DB-C34D-DFC5-2398-28694EA6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84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1EC53-A24A-0813-665F-B9F84086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706" y="569240"/>
            <a:ext cx="13041939" cy="206658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21E6FD-CE38-0AE9-48B7-99CFF6ED8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8706" y="2846200"/>
            <a:ext cx="6430974" cy="6783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AEDF48-808B-A258-381A-281FC673F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9671" y="2846200"/>
            <a:ext cx="6430974" cy="6783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D6A28B-D6AA-03A9-A32F-B91304E0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729D3F-580E-BD4E-FBF6-C3168B35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C1D509-0B9C-8A6A-BCC8-A83D73AA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C9D4A-5EE8-5AAE-EDCD-EEC024CA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581" y="569240"/>
            <a:ext cx="13041939" cy="206658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2F828E-CE6F-4061-8147-CC8293B24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0581" y="2621687"/>
            <a:ext cx="6397225" cy="12834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B163D7-9E71-4F49-D0BC-34998620C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0581" y="3905129"/>
            <a:ext cx="6397225" cy="57454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4B1245A-8B96-DD4B-FA1E-12F253A22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3421" y="2621687"/>
            <a:ext cx="6429099" cy="12834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18147A-0188-E845-57AB-0812B5905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3421" y="3905129"/>
            <a:ext cx="6429099" cy="57454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4A7FC2-1FE4-1EB1-DE3C-F7472D85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EAFFD7-8DE3-7D5F-A33A-D37826A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E062331-47CD-AE62-1A43-9CD6937F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07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03DC6-95A8-2AFB-E37A-C34DFE21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706" y="569240"/>
            <a:ext cx="13041939" cy="206658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7BFF08-6F02-F37E-BCB2-5664CCE1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DDD795-E0C1-76F0-097F-0238990F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0C75D1-CB08-4620-6971-9F7EBCB1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55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18022A1-1124-C22C-F0A9-1EB4DD1B7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862EFC1-8BB5-F410-6C57-B3085204A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942439-0ABC-6012-2CB1-5728DA31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735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CD79F-E67F-C473-A765-77FBF7BC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581" y="712435"/>
            <a:ext cx="4876665" cy="2494402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FB9078-A373-58DD-E988-7A4CD3DA0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225" y="1539778"/>
            <a:ext cx="7655296" cy="759811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775FB9-BB8B-191C-2F48-ED4F45B12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0581" y="3206837"/>
            <a:ext cx="4876665" cy="59434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88D56A-1403-787E-65B0-7676C49A33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145D93-5BFC-E842-AC6C-729D9AD5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935482-EF63-C90D-C7FA-344828D7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899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89DCCE-FD06-D2B2-298D-5225A8FC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581" y="712435"/>
            <a:ext cx="4876665" cy="2494402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D4F15E-B410-DD79-B80F-86930A18A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225" y="1539778"/>
            <a:ext cx="7655296" cy="7598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18F783-4759-F2B9-1F24-3AC844B20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0581" y="3206837"/>
            <a:ext cx="4876665" cy="59434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6FF2F2-7CE7-7A8A-E2AD-F63E5C33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FC5AF3-91E0-4E99-154D-4AFB0FC0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827906-1FF4-2F23-B854-3F8E2C09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991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C301E-9568-292A-7119-B660F1E6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706" y="569240"/>
            <a:ext cx="13041939" cy="206658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EA8873-8352-E231-C67B-91B98B088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8706" y="2846200"/>
            <a:ext cx="13041939" cy="6783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CBA58A-D38C-BEF9-B214-EE0D2EEE51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3926B9-EEFC-D0B7-681E-6C03CAB37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723C79-A452-80E4-29D4-CF9B68BA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047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149D9B6-709E-A157-58A5-3AD5492C5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20161" y="569240"/>
            <a:ext cx="3260484" cy="906011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93696A-C8CE-42AE-58E8-498456FD3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8705" y="569240"/>
            <a:ext cx="9601463" cy="906011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88C66-CD7E-84DE-08A4-B3D5A8A3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706" y="9910434"/>
            <a:ext cx="3402979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39CEA5-2F35-3A0E-A667-B6488A8E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7911" y="9910434"/>
            <a:ext cx="5103531" cy="56924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68704E-25EC-C02C-64A4-933E1B42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7667" y="9910434"/>
            <a:ext cx="3402978" cy="569240"/>
          </a:xfrm>
          <a:prstGeom prst="rect">
            <a:avLst/>
          </a:prstGeom>
        </p:spPr>
        <p:txBody>
          <a:bodyPr/>
          <a:lstStyle/>
          <a:p>
            <a:fld id="{53B98217-200B-4706-AFEE-BD0C16D92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246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3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Уровень текста 1…"/>
          <p:cNvSpPr txBox="1">
            <a:spLocks noGrp="1"/>
          </p:cNvSpPr>
          <p:nvPr>
            <p:ph type="body" sz="half" idx="10" hasCustomPrompt="1"/>
          </p:nvPr>
        </p:nvSpPr>
        <p:spPr>
          <a:xfrm>
            <a:off x="368171" y="1533919"/>
            <a:ext cx="14156884" cy="8079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1002850">
              <a:spcBef>
                <a:spcPts val="7108"/>
              </a:spcBef>
              <a:buNone/>
              <a:defRPr sz="2400" b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1pPr>
            <a:lvl2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2pPr>
            <a:lvl3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3pPr>
            <a:lvl4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4pPr>
            <a:lvl5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5pPr>
          </a:lstStyle>
          <a:p>
            <a:pPr lvl="0"/>
            <a:r>
              <a:rPr lang="ru-RU" dirty="0"/>
              <a:t>Оглавление</a:t>
            </a:r>
            <a:endParaRPr dirty="0"/>
          </a:p>
        </p:txBody>
      </p:sp>
      <p:sp>
        <p:nvSpPr>
          <p:cNvPr id="10" name="Стрелка: пятиугольник 3">
            <a:extLst>
              <a:ext uri="{FF2B5EF4-FFF2-40B4-BE49-F238E27FC236}">
                <a16:creationId xmlns:a16="http://schemas.microsoft.com/office/drawing/2014/main" id="{7087ED5E-E99C-4858-8935-A736A576CA52}"/>
              </a:ext>
            </a:extLst>
          </p:cNvPr>
          <p:cNvSpPr/>
          <p:nvPr userDrawn="1"/>
        </p:nvSpPr>
        <p:spPr>
          <a:xfrm>
            <a:off x="368171" y="2453099"/>
            <a:ext cx="4591982" cy="646154"/>
          </a:xfrm>
          <a:prstGeom prst="homePlate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Стрелка: шеврон 4">
            <a:extLst>
              <a:ext uri="{FF2B5EF4-FFF2-40B4-BE49-F238E27FC236}">
                <a16:creationId xmlns:a16="http://schemas.microsoft.com/office/drawing/2014/main" id="{F7FCD8D8-6EC0-49A2-BD9B-27C230640D97}"/>
              </a:ext>
            </a:extLst>
          </p:cNvPr>
          <p:cNvSpPr/>
          <p:nvPr userDrawn="1"/>
        </p:nvSpPr>
        <p:spPr>
          <a:xfrm>
            <a:off x="4873805" y="2454801"/>
            <a:ext cx="4868345" cy="659746"/>
          </a:xfrm>
          <a:prstGeom prst="chevron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35B1D80-5641-4892-A3A8-86E3D052F9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171" y="2438314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13" name="Текст 13">
            <a:extLst>
              <a:ext uri="{FF2B5EF4-FFF2-40B4-BE49-F238E27FC236}">
                <a16:creationId xmlns:a16="http://schemas.microsoft.com/office/drawing/2014/main" id="{B6D6866B-6645-491D-8818-8FF2748C12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706" y="2453100"/>
            <a:ext cx="3412012" cy="64525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Обзор</a:t>
            </a:r>
          </a:p>
        </p:txBody>
      </p:sp>
      <p:sp>
        <p:nvSpPr>
          <p:cNvPr id="14" name="Текст 11">
            <a:extLst>
              <a:ext uri="{FF2B5EF4-FFF2-40B4-BE49-F238E27FC236}">
                <a16:creationId xmlns:a16="http://schemas.microsoft.com/office/drawing/2014/main" id="{31626646-F1A5-4299-B51D-BCB441D345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7826" y="2453608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5" name="Текст 13">
            <a:extLst>
              <a:ext uri="{FF2B5EF4-FFF2-40B4-BE49-F238E27FC236}">
                <a16:creationId xmlns:a16="http://schemas.microsoft.com/office/drawing/2014/main" id="{FD64A4ED-74EF-43A3-A1DE-8857DD6BD0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61419" y="2453609"/>
            <a:ext cx="3412012" cy="64525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Инциденты</a:t>
            </a:r>
          </a:p>
        </p:txBody>
      </p:sp>
      <p:sp>
        <p:nvSpPr>
          <p:cNvPr id="16" name="Стрелка: шеврон 18">
            <a:extLst>
              <a:ext uri="{FF2B5EF4-FFF2-40B4-BE49-F238E27FC236}">
                <a16:creationId xmlns:a16="http://schemas.microsoft.com/office/drawing/2014/main" id="{05D988E4-876A-4BA6-B968-DEF0A7C63D93}"/>
              </a:ext>
            </a:extLst>
          </p:cNvPr>
          <p:cNvSpPr/>
          <p:nvPr userDrawn="1"/>
        </p:nvSpPr>
        <p:spPr>
          <a:xfrm>
            <a:off x="9654268" y="2455190"/>
            <a:ext cx="4868345" cy="659746"/>
          </a:xfrm>
          <a:prstGeom prst="chevron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7" name="Текст 11">
            <a:extLst>
              <a:ext uri="{FF2B5EF4-FFF2-40B4-BE49-F238E27FC236}">
                <a16:creationId xmlns:a16="http://schemas.microsoft.com/office/drawing/2014/main" id="{36C3CB28-DB66-4758-AF67-90C201CC2A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8290" y="2453997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CA0EB723-6AB0-4DD9-916A-175AFBB7C9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41882" y="2453997"/>
            <a:ext cx="3412012" cy="64525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Нарушения</a:t>
            </a:r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B7334D18-D442-4F96-BB12-E3B3381ABD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485" y="3394227"/>
            <a:ext cx="4295951" cy="677254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BC5F1FED-A227-4590-821B-7824348866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60153" y="3394227"/>
            <a:ext cx="4484324" cy="677254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969AAC35-9561-45D3-8F48-7BC1F58E72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71549" y="3394227"/>
            <a:ext cx="4484324" cy="677254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4517C73-92E9-4035-B7D8-8D5C40CCC4E3}"/>
              </a:ext>
            </a:extLst>
          </p:cNvPr>
          <p:cNvSpPr/>
          <p:nvPr userDrawn="1"/>
        </p:nvSpPr>
        <p:spPr>
          <a:xfrm>
            <a:off x="1038540" y="2121860"/>
            <a:ext cx="13530886" cy="8377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  <a:tileRect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026091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4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Уровень текста 1…"/>
          <p:cNvSpPr txBox="1">
            <a:spLocks noGrp="1"/>
          </p:cNvSpPr>
          <p:nvPr>
            <p:ph type="body" sz="half" idx="10" hasCustomPrompt="1"/>
          </p:nvPr>
        </p:nvSpPr>
        <p:spPr>
          <a:xfrm>
            <a:off x="368171" y="1533919"/>
            <a:ext cx="14156884" cy="8079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1002850">
              <a:spcBef>
                <a:spcPts val="7108"/>
              </a:spcBef>
              <a:buNone/>
              <a:defRPr sz="2400" b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1pPr>
            <a:lvl2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2pPr>
            <a:lvl3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3pPr>
            <a:lvl4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4pPr>
            <a:lvl5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5pPr>
          </a:lstStyle>
          <a:p>
            <a:pPr lvl="0"/>
            <a:r>
              <a:rPr lang="ru-RU" dirty="0"/>
              <a:t>Оглавление</a:t>
            </a:r>
            <a:endParaRPr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4517C73-92E9-4035-B7D8-8D5C40CCC4E3}"/>
              </a:ext>
            </a:extLst>
          </p:cNvPr>
          <p:cNvSpPr/>
          <p:nvPr userDrawn="1"/>
        </p:nvSpPr>
        <p:spPr>
          <a:xfrm>
            <a:off x="1038540" y="2121860"/>
            <a:ext cx="13530886" cy="8377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  <a:tileRect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3" name="Стрелка: пятиугольник 3">
            <a:extLst>
              <a:ext uri="{FF2B5EF4-FFF2-40B4-BE49-F238E27FC236}">
                <a16:creationId xmlns:a16="http://schemas.microsoft.com/office/drawing/2014/main" id="{7087ED5E-E99C-4858-8935-A736A576CA52}"/>
              </a:ext>
            </a:extLst>
          </p:cNvPr>
          <p:cNvSpPr/>
          <p:nvPr userDrawn="1"/>
        </p:nvSpPr>
        <p:spPr>
          <a:xfrm>
            <a:off x="368171" y="2453099"/>
            <a:ext cx="7277852" cy="646154"/>
          </a:xfrm>
          <a:prstGeom prst="homePlate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4" name="Стрелка: шеврон 4">
            <a:extLst>
              <a:ext uri="{FF2B5EF4-FFF2-40B4-BE49-F238E27FC236}">
                <a16:creationId xmlns:a16="http://schemas.microsoft.com/office/drawing/2014/main" id="{F7FCD8D8-6EC0-49A2-BD9B-27C230640D97}"/>
              </a:ext>
            </a:extLst>
          </p:cNvPr>
          <p:cNvSpPr/>
          <p:nvPr userDrawn="1"/>
        </p:nvSpPr>
        <p:spPr>
          <a:xfrm>
            <a:off x="7559676" y="2454801"/>
            <a:ext cx="6965379" cy="659746"/>
          </a:xfrm>
          <a:prstGeom prst="chevron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5" name="Текст 11">
            <a:extLst>
              <a:ext uri="{FF2B5EF4-FFF2-40B4-BE49-F238E27FC236}">
                <a16:creationId xmlns:a16="http://schemas.microsoft.com/office/drawing/2014/main" id="{735B1D80-5641-4892-A3A8-86E3D052F9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171" y="2438314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6" name="Текст 13">
            <a:extLst>
              <a:ext uri="{FF2B5EF4-FFF2-40B4-BE49-F238E27FC236}">
                <a16:creationId xmlns:a16="http://schemas.microsoft.com/office/drawing/2014/main" id="{B6D6866B-6645-491D-8818-8FF2748C12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540" y="2437806"/>
            <a:ext cx="6223297" cy="630471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Обзор</a:t>
            </a:r>
          </a:p>
        </p:txBody>
      </p:sp>
      <p:sp>
        <p:nvSpPr>
          <p:cNvPr id="27" name="Текст 11">
            <a:extLst>
              <a:ext uri="{FF2B5EF4-FFF2-40B4-BE49-F238E27FC236}">
                <a16:creationId xmlns:a16="http://schemas.microsoft.com/office/drawing/2014/main" id="{31626646-F1A5-4299-B51D-BCB441D345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43697" y="2453608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FD64A4ED-74EF-43A3-A1DE-8857DD6BD0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36517" y="2453100"/>
            <a:ext cx="5444294" cy="64576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Инциденты</a:t>
            </a:r>
          </a:p>
        </p:txBody>
      </p:sp>
      <p:sp>
        <p:nvSpPr>
          <p:cNvPr id="29" name="Стрелка: пятиугольник 18">
            <a:extLst>
              <a:ext uri="{FF2B5EF4-FFF2-40B4-BE49-F238E27FC236}">
                <a16:creationId xmlns:a16="http://schemas.microsoft.com/office/drawing/2014/main" id="{05D988E4-876A-4BA6-B968-DEF0A7C63D93}"/>
              </a:ext>
            </a:extLst>
          </p:cNvPr>
          <p:cNvSpPr/>
          <p:nvPr userDrawn="1"/>
        </p:nvSpPr>
        <p:spPr>
          <a:xfrm>
            <a:off x="367485" y="6447131"/>
            <a:ext cx="7278539" cy="659746"/>
          </a:xfrm>
          <a:prstGeom prst="homePlate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0" name="Текст 11">
            <a:extLst>
              <a:ext uri="{FF2B5EF4-FFF2-40B4-BE49-F238E27FC236}">
                <a16:creationId xmlns:a16="http://schemas.microsoft.com/office/drawing/2014/main" id="{36C3CB28-DB66-4758-AF67-90C201CC2A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414" y="6449928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31" name="Текст 13">
            <a:extLst>
              <a:ext uri="{FF2B5EF4-FFF2-40B4-BE49-F238E27FC236}">
                <a16:creationId xmlns:a16="http://schemas.microsoft.com/office/drawing/2014/main" id="{CA0EB723-6AB0-4DD9-916A-175AFBB7C9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616" y="6457881"/>
            <a:ext cx="6188220" cy="63262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Нарушения</a:t>
            </a:r>
          </a:p>
        </p:txBody>
      </p:sp>
      <p:sp>
        <p:nvSpPr>
          <p:cNvPr id="32" name="Текст 24">
            <a:extLst>
              <a:ext uri="{FF2B5EF4-FFF2-40B4-BE49-F238E27FC236}">
                <a16:creationId xmlns:a16="http://schemas.microsoft.com/office/drawing/2014/main" id="{B7334D18-D442-4F96-BB12-E3B3381ABD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485" y="3394226"/>
            <a:ext cx="6894352" cy="278505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3" name="Текст 24">
            <a:extLst>
              <a:ext uri="{FF2B5EF4-FFF2-40B4-BE49-F238E27FC236}">
                <a16:creationId xmlns:a16="http://schemas.microsoft.com/office/drawing/2014/main" id="{BC5F1FED-A227-4590-821B-7824348866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46024" y="3394226"/>
            <a:ext cx="6434788" cy="278505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4" name="Текст 24">
            <a:extLst>
              <a:ext uri="{FF2B5EF4-FFF2-40B4-BE49-F238E27FC236}">
                <a16:creationId xmlns:a16="http://schemas.microsoft.com/office/drawing/2014/main" id="{969AAC35-9561-45D3-8F48-7BC1F58E72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7484" y="7374728"/>
            <a:ext cx="6894351" cy="27925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Стрелка: шеврон 23">
            <a:extLst>
              <a:ext uri="{FF2B5EF4-FFF2-40B4-BE49-F238E27FC236}">
                <a16:creationId xmlns:a16="http://schemas.microsoft.com/office/drawing/2014/main" id="{4FFAB552-4FCE-407E-B347-78EF235528AB}"/>
              </a:ext>
            </a:extLst>
          </p:cNvPr>
          <p:cNvSpPr/>
          <p:nvPr userDrawn="1"/>
        </p:nvSpPr>
        <p:spPr>
          <a:xfrm>
            <a:off x="7646023" y="6459582"/>
            <a:ext cx="6965379" cy="659746"/>
          </a:xfrm>
          <a:prstGeom prst="chevron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6" name="Текст 11">
            <a:extLst>
              <a:ext uri="{FF2B5EF4-FFF2-40B4-BE49-F238E27FC236}">
                <a16:creationId xmlns:a16="http://schemas.microsoft.com/office/drawing/2014/main" id="{C97AB146-1E03-4493-8938-1D585DAE16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30044" y="6458389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37" name="Текст 13">
            <a:extLst>
              <a:ext uri="{FF2B5EF4-FFF2-40B4-BE49-F238E27FC236}">
                <a16:creationId xmlns:a16="http://schemas.microsoft.com/office/drawing/2014/main" id="{E8567111-C988-456A-876A-600DD694BC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22864" y="6457881"/>
            <a:ext cx="5444294" cy="64576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Обращения граждан</a:t>
            </a:r>
          </a:p>
        </p:txBody>
      </p:sp>
      <p:sp>
        <p:nvSpPr>
          <p:cNvPr id="38" name="Текст 24">
            <a:extLst>
              <a:ext uri="{FF2B5EF4-FFF2-40B4-BE49-F238E27FC236}">
                <a16:creationId xmlns:a16="http://schemas.microsoft.com/office/drawing/2014/main" id="{2E35CF6B-A76F-4516-87DA-7C4EC05795D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32370" y="7399007"/>
            <a:ext cx="6434788" cy="276824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864895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главление 6 раздел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Уровень текста 1…"/>
          <p:cNvSpPr txBox="1">
            <a:spLocks noGrp="1"/>
          </p:cNvSpPr>
          <p:nvPr>
            <p:ph type="body" sz="half" idx="10" hasCustomPrompt="1"/>
          </p:nvPr>
        </p:nvSpPr>
        <p:spPr>
          <a:xfrm>
            <a:off x="368171" y="1533919"/>
            <a:ext cx="14156884" cy="8079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1002850">
              <a:spcBef>
                <a:spcPts val="7108"/>
              </a:spcBef>
              <a:buNone/>
              <a:defRPr sz="2400" b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1pPr>
            <a:lvl2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2pPr>
            <a:lvl3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3pPr>
            <a:lvl4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4pPr>
            <a:lvl5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5pPr>
          </a:lstStyle>
          <a:p>
            <a:pPr lvl="0"/>
            <a:r>
              <a:rPr lang="ru-RU" dirty="0"/>
              <a:t>Оглавление</a:t>
            </a:r>
            <a:endParaRPr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4517C73-92E9-4035-B7D8-8D5C40CCC4E3}"/>
              </a:ext>
            </a:extLst>
          </p:cNvPr>
          <p:cNvSpPr/>
          <p:nvPr userDrawn="1"/>
        </p:nvSpPr>
        <p:spPr>
          <a:xfrm>
            <a:off x="1038540" y="2121860"/>
            <a:ext cx="13530886" cy="83771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  <a:tileRect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0" name="Стрелка: пятиугольник 3">
            <a:extLst>
              <a:ext uri="{FF2B5EF4-FFF2-40B4-BE49-F238E27FC236}">
                <a16:creationId xmlns:a16="http://schemas.microsoft.com/office/drawing/2014/main" id="{7087ED5E-E99C-4858-8935-A736A576CA52}"/>
              </a:ext>
            </a:extLst>
          </p:cNvPr>
          <p:cNvSpPr/>
          <p:nvPr userDrawn="1"/>
        </p:nvSpPr>
        <p:spPr>
          <a:xfrm>
            <a:off x="378112" y="2459399"/>
            <a:ext cx="4591982" cy="646154"/>
          </a:xfrm>
          <a:prstGeom prst="homePlate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1" name="Стрелка: шеврон 4">
            <a:extLst>
              <a:ext uri="{FF2B5EF4-FFF2-40B4-BE49-F238E27FC236}">
                <a16:creationId xmlns:a16="http://schemas.microsoft.com/office/drawing/2014/main" id="{F7FCD8D8-6EC0-49A2-BD9B-27C230640D97}"/>
              </a:ext>
            </a:extLst>
          </p:cNvPr>
          <p:cNvSpPr/>
          <p:nvPr userDrawn="1"/>
        </p:nvSpPr>
        <p:spPr>
          <a:xfrm>
            <a:off x="4883746" y="2461101"/>
            <a:ext cx="4868345" cy="659746"/>
          </a:xfrm>
          <a:prstGeom prst="chevron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9" name="Текст 11">
            <a:extLst>
              <a:ext uri="{FF2B5EF4-FFF2-40B4-BE49-F238E27FC236}">
                <a16:creationId xmlns:a16="http://schemas.microsoft.com/office/drawing/2014/main" id="{735B1D80-5641-4892-A3A8-86E3D052F9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8112" y="2444614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40" name="Текст 13">
            <a:extLst>
              <a:ext uri="{FF2B5EF4-FFF2-40B4-BE49-F238E27FC236}">
                <a16:creationId xmlns:a16="http://schemas.microsoft.com/office/drawing/2014/main" id="{B6D6866B-6645-491D-8818-8FF2748C12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8647" y="2459399"/>
            <a:ext cx="3660288" cy="64525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Обзор</a:t>
            </a:r>
          </a:p>
        </p:txBody>
      </p:sp>
      <p:sp>
        <p:nvSpPr>
          <p:cNvPr id="41" name="Текст 11">
            <a:extLst>
              <a:ext uri="{FF2B5EF4-FFF2-40B4-BE49-F238E27FC236}">
                <a16:creationId xmlns:a16="http://schemas.microsoft.com/office/drawing/2014/main" id="{31626646-F1A5-4299-B51D-BCB441D345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7767" y="2459908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42" name="Текст 13">
            <a:extLst>
              <a:ext uri="{FF2B5EF4-FFF2-40B4-BE49-F238E27FC236}">
                <a16:creationId xmlns:a16="http://schemas.microsoft.com/office/drawing/2014/main" id="{FD64A4ED-74EF-43A3-A1DE-8857DD6BD0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360" y="2459908"/>
            <a:ext cx="3504368" cy="64525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Инциденты</a:t>
            </a:r>
          </a:p>
        </p:txBody>
      </p:sp>
      <p:sp>
        <p:nvSpPr>
          <p:cNvPr id="43" name="Стрелка: шеврон 18">
            <a:extLst>
              <a:ext uri="{FF2B5EF4-FFF2-40B4-BE49-F238E27FC236}">
                <a16:creationId xmlns:a16="http://schemas.microsoft.com/office/drawing/2014/main" id="{05D988E4-876A-4BA6-B968-DEF0A7C63D93}"/>
              </a:ext>
            </a:extLst>
          </p:cNvPr>
          <p:cNvSpPr/>
          <p:nvPr userDrawn="1"/>
        </p:nvSpPr>
        <p:spPr>
          <a:xfrm>
            <a:off x="9664209" y="2461490"/>
            <a:ext cx="4868345" cy="659746"/>
          </a:xfrm>
          <a:prstGeom prst="chevron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4" name="Текст 11">
            <a:extLst>
              <a:ext uri="{FF2B5EF4-FFF2-40B4-BE49-F238E27FC236}">
                <a16:creationId xmlns:a16="http://schemas.microsoft.com/office/drawing/2014/main" id="{36C3CB28-DB66-4758-AF67-90C201CC2A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48231" y="2460297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45" name="Текст 13">
            <a:extLst>
              <a:ext uri="{FF2B5EF4-FFF2-40B4-BE49-F238E27FC236}">
                <a16:creationId xmlns:a16="http://schemas.microsoft.com/office/drawing/2014/main" id="{CA0EB723-6AB0-4DD9-916A-175AFBB7C9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8152" y="2460297"/>
            <a:ext cx="3431691" cy="64525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Нарушения</a:t>
            </a:r>
          </a:p>
        </p:txBody>
      </p:sp>
      <p:sp>
        <p:nvSpPr>
          <p:cNvPr id="46" name="Текст 24">
            <a:extLst>
              <a:ext uri="{FF2B5EF4-FFF2-40B4-BE49-F238E27FC236}">
                <a16:creationId xmlns:a16="http://schemas.microsoft.com/office/drawing/2014/main" id="{B7334D18-D442-4F96-BB12-E3B3381ABD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426" y="3400526"/>
            <a:ext cx="4295951" cy="27752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7" name="Текст 24">
            <a:extLst>
              <a:ext uri="{FF2B5EF4-FFF2-40B4-BE49-F238E27FC236}">
                <a16:creationId xmlns:a16="http://schemas.microsoft.com/office/drawing/2014/main" id="{BC5F1FED-A227-4590-821B-7824348866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70094" y="3400526"/>
            <a:ext cx="4484324" cy="27752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8" name="Текст 24">
            <a:extLst>
              <a:ext uri="{FF2B5EF4-FFF2-40B4-BE49-F238E27FC236}">
                <a16:creationId xmlns:a16="http://schemas.microsoft.com/office/drawing/2014/main" id="{969AAC35-9561-45D3-8F48-7BC1F58E72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81490" y="3400526"/>
            <a:ext cx="4484324" cy="27752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9" name="Стрелка: пятиугольник 23">
            <a:extLst>
              <a:ext uri="{FF2B5EF4-FFF2-40B4-BE49-F238E27FC236}">
                <a16:creationId xmlns:a16="http://schemas.microsoft.com/office/drawing/2014/main" id="{CF7CE9DC-0F42-49AB-A432-23FA137F2295}"/>
              </a:ext>
            </a:extLst>
          </p:cNvPr>
          <p:cNvSpPr/>
          <p:nvPr userDrawn="1"/>
        </p:nvSpPr>
        <p:spPr>
          <a:xfrm>
            <a:off x="378112" y="6470758"/>
            <a:ext cx="4591982" cy="646154"/>
          </a:xfrm>
          <a:prstGeom prst="homePlate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0" name="Стрелка: шеврон 27">
            <a:extLst>
              <a:ext uri="{FF2B5EF4-FFF2-40B4-BE49-F238E27FC236}">
                <a16:creationId xmlns:a16="http://schemas.microsoft.com/office/drawing/2014/main" id="{11859B64-F96E-444E-B13E-9F215774B84B}"/>
              </a:ext>
            </a:extLst>
          </p:cNvPr>
          <p:cNvSpPr/>
          <p:nvPr userDrawn="1"/>
        </p:nvSpPr>
        <p:spPr>
          <a:xfrm>
            <a:off x="4883746" y="6472460"/>
            <a:ext cx="4868345" cy="659746"/>
          </a:xfrm>
          <a:prstGeom prst="chevron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1" name="Текст 11">
            <a:extLst>
              <a:ext uri="{FF2B5EF4-FFF2-40B4-BE49-F238E27FC236}">
                <a16:creationId xmlns:a16="http://schemas.microsoft.com/office/drawing/2014/main" id="{3D5CF80A-ECEC-41FF-840A-38ED1F2F03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8112" y="6455973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52" name="Текст 13">
            <a:extLst>
              <a:ext uri="{FF2B5EF4-FFF2-40B4-BE49-F238E27FC236}">
                <a16:creationId xmlns:a16="http://schemas.microsoft.com/office/drawing/2014/main" id="{3C48CD6A-BA7A-4959-9607-ADBA212B91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48646" y="6470758"/>
            <a:ext cx="3624730" cy="6452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Сбор взносов</a:t>
            </a:r>
          </a:p>
        </p:txBody>
      </p:sp>
      <p:sp>
        <p:nvSpPr>
          <p:cNvPr id="53" name="Текст 11">
            <a:extLst>
              <a:ext uri="{FF2B5EF4-FFF2-40B4-BE49-F238E27FC236}">
                <a16:creationId xmlns:a16="http://schemas.microsoft.com/office/drawing/2014/main" id="{F8C401D4-2273-442B-89A8-BF05A04940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7767" y="6502591"/>
            <a:ext cx="670368" cy="60194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54" name="Текст 13">
            <a:extLst>
              <a:ext uri="{FF2B5EF4-FFF2-40B4-BE49-F238E27FC236}">
                <a16:creationId xmlns:a16="http://schemas.microsoft.com/office/drawing/2014/main" id="{24625627-9105-4F46-9D80-D00CB516A82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71360" y="6471267"/>
            <a:ext cx="3504368" cy="64525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Капитальный ремонт</a:t>
            </a:r>
          </a:p>
        </p:txBody>
      </p:sp>
      <p:sp>
        <p:nvSpPr>
          <p:cNvPr id="55" name="Стрелка: шеврон 32">
            <a:extLst>
              <a:ext uri="{FF2B5EF4-FFF2-40B4-BE49-F238E27FC236}">
                <a16:creationId xmlns:a16="http://schemas.microsoft.com/office/drawing/2014/main" id="{37B4FF5A-114C-4A09-B021-6157C420B389}"/>
              </a:ext>
            </a:extLst>
          </p:cNvPr>
          <p:cNvSpPr/>
          <p:nvPr userDrawn="1"/>
        </p:nvSpPr>
        <p:spPr>
          <a:xfrm>
            <a:off x="9664209" y="6472848"/>
            <a:ext cx="4868345" cy="659746"/>
          </a:xfrm>
          <a:prstGeom prst="chevron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alpha val="65000"/>
                </a:srgbClr>
              </a:gs>
            </a:gsLst>
            <a:lin ang="0" scaled="1"/>
          </a:gradFill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18163" tIns="118163" rIns="118163" bIns="118163" rtlCol="0" anchor="ctr"/>
          <a:lstStyle/>
          <a:p>
            <a:pPr algn="ctr" defTabSz="1061731"/>
            <a:endParaRPr lang="ru-RU" sz="4135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6" name="Текст 11">
            <a:extLst>
              <a:ext uri="{FF2B5EF4-FFF2-40B4-BE49-F238E27FC236}">
                <a16:creationId xmlns:a16="http://schemas.microsoft.com/office/drawing/2014/main" id="{A0D05BC6-4484-4216-9D69-8C3A86AB38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48231" y="6471655"/>
            <a:ext cx="670368" cy="64615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57" name="Текст 13">
            <a:extLst>
              <a:ext uri="{FF2B5EF4-FFF2-40B4-BE49-F238E27FC236}">
                <a16:creationId xmlns:a16="http://schemas.microsoft.com/office/drawing/2014/main" id="{7D1FD44A-B04E-4C00-9BEE-425B67103B3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51823" y="6471655"/>
            <a:ext cx="3504368" cy="64525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Гос. программы</a:t>
            </a:r>
          </a:p>
        </p:txBody>
      </p:sp>
      <p:sp>
        <p:nvSpPr>
          <p:cNvPr id="58" name="Текст 24">
            <a:extLst>
              <a:ext uri="{FF2B5EF4-FFF2-40B4-BE49-F238E27FC236}">
                <a16:creationId xmlns:a16="http://schemas.microsoft.com/office/drawing/2014/main" id="{CD42A84A-88A3-4CD2-B192-1625220C20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7426" y="7411885"/>
            <a:ext cx="4295951" cy="27752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Сбор взносов на капитальный ремонт</a:t>
            </a:r>
          </a:p>
          <a:p>
            <a:pPr lvl="1"/>
            <a:r>
              <a:rPr lang="ru-RU" dirty="0"/>
              <a:t>Дебиторская задолженность по уплате взносов на капитальный ремонт</a:t>
            </a:r>
          </a:p>
          <a:p>
            <a:pPr lvl="1"/>
            <a:r>
              <a:rPr lang="ru-RU" dirty="0"/>
              <a:t>Третий уровень</a:t>
            </a:r>
          </a:p>
          <a:p>
            <a:pPr lvl="1"/>
            <a:r>
              <a:rPr lang="ru-RU" dirty="0"/>
              <a:t>Четвертый </a:t>
            </a:r>
            <a:r>
              <a:rPr lang="ru-RU" dirty="0" err="1"/>
              <a:t>уровент</a:t>
            </a:r>
            <a:endParaRPr lang="ru-RU" dirty="0"/>
          </a:p>
        </p:txBody>
      </p:sp>
      <p:sp>
        <p:nvSpPr>
          <p:cNvPr id="59" name="Текст 24">
            <a:extLst>
              <a:ext uri="{FF2B5EF4-FFF2-40B4-BE49-F238E27FC236}">
                <a16:creationId xmlns:a16="http://schemas.microsoft.com/office/drawing/2014/main" id="{8B14C289-79CB-48C9-9367-B57A361F4D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70094" y="7411885"/>
            <a:ext cx="4484324" cy="27752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Капитальный ремонт многоквартирных домов</a:t>
            </a:r>
          </a:p>
          <a:p>
            <a:pPr lvl="1"/>
            <a:r>
              <a:rPr lang="ru-RU" dirty="0"/>
              <a:t>Благоустройство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0" name="Текст 24">
            <a:extLst>
              <a:ext uri="{FF2B5EF4-FFF2-40B4-BE49-F238E27FC236}">
                <a16:creationId xmlns:a16="http://schemas.microsoft.com/office/drawing/2014/main" id="{C98891C0-4745-4D31-8344-7A20F7293E1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81490" y="7411885"/>
            <a:ext cx="4484324" cy="27752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342900" indent="-342900">
              <a:buFont typeface="Wingdings" panose="05000000000000000000" pitchFamily="2" charset="2"/>
              <a:buChar char="§"/>
              <a:defRPr sz="2000"/>
            </a:lvl2pPr>
            <a:lvl3pPr marL="342900" indent="-342900">
              <a:buFont typeface="Wingdings" panose="05000000000000000000" pitchFamily="2" charset="2"/>
              <a:buChar char="§"/>
              <a:defRPr sz="2000"/>
            </a:lvl3pPr>
            <a:lvl4pPr marL="342900" indent="-342900">
              <a:buFont typeface="Wingdings" panose="05000000000000000000" pitchFamily="2" charset="2"/>
              <a:buChar char="§"/>
              <a:defRPr sz="2000"/>
            </a:lvl4pPr>
            <a:lvl5pPr marL="342900" indent="-34290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ru-RU" dirty="0"/>
              <a:t>Исполнение государственных программ города Москвы</a:t>
            </a:r>
          </a:p>
          <a:p>
            <a:pPr lvl="1"/>
            <a:r>
              <a:rPr lang="ru-RU" dirty="0"/>
              <a:t>Охват </a:t>
            </a:r>
            <a:r>
              <a:rPr lang="ru-RU" dirty="0" err="1"/>
              <a:t>аудиории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046930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(объект) в 1 колонк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Уровень текста 1…">
            <a:extLst>
              <a:ext uri="{FF2B5EF4-FFF2-40B4-BE49-F238E27FC236}">
                <a16:creationId xmlns:a16="http://schemas.microsoft.com/office/drawing/2014/main" id="{B8C0C2AE-9CCB-4F66-AD3F-28EB0F463F88}"/>
              </a:ext>
            </a:extLst>
          </p:cNvPr>
          <p:cNvSpPr txBox="1">
            <a:spLocks noGrp="1"/>
          </p:cNvSpPr>
          <p:nvPr>
            <p:ph type="body" sz="half" idx="10" hasCustomPrompt="1"/>
          </p:nvPr>
        </p:nvSpPr>
        <p:spPr>
          <a:xfrm>
            <a:off x="595077" y="1419251"/>
            <a:ext cx="14156884" cy="8079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1002850">
              <a:spcBef>
                <a:spcPts val="7108"/>
              </a:spcBef>
              <a:buNone/>
              <a:defRPr sz="2400" b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1pPr>
            <a:lvl2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2pPr>
            <a:lvl3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3pPr>
            <a:lvl4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4pPr>
            <a:lvl5pPr defTabSz="100285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5pPr>
          </a:lstStyle>
          <a:p>
            <a:pPr lvl="0"/>
            <a:r>
              <a:rPr lang="ru-RU" dirty="0"/>
              <a:t>Заголовок</a:t>
            </a:r>
            <a:endParaRPr dirty="0"/>
          </a:p>
        </p:txBody>
      </p:sp>
      <p:sp>
        <p:nvSpPr>
          <p:cNvPr id="9" name="Объект 2"/>
          <p:cNvSpPr>
            <a:spLocks noGrp="1"/>
          </p:cNvSpPr>
          <p:nvPr>
            <p:ph sz="half" idx="1"/>
          </p:nvPr>
        </p:nvSpPr>
        <p:spPr>
          <a:xfrm>
            <a:off x="582334" y="2316542"/>
            <a:ext cx="14169626" cy="80227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800" b="0">
                <a:solidFill>
                  <a:schemeClr val="tx2">
                    <a:lumMod val="50000"/>
                  </a:schemeClr>
                </a:solidFill>
                <a:latin typeface="+mn-lt"/>
              </a:defRPr>
            </a:lvl1pPr>
            <a:lvl2pPr marL="457200" indent="0">
              <a:lnSpc>
                <a:spcPct val="200000"/>
              </a:lnSpc>
              <a:buNone/>
              <a:defRPr sz="1600" b="0">
                <a:solidFill>
                  <a:schemeClr val="tx2">
                    <a:lumMod val="50000"/>
                  </a:schemeClr>
                </a:solidFill>
                <a:latin typeface="+mn-lt"/>
              </a:defRPr>
            </a:lvl2pPr>
            <a:lvl3pPr marL="914400" indent="0">
              <a:lnSpc>
                <a:spcPct val="150000"/>
              </a:lnSpc>
              <a:buNone/>
              <a:defRPr sz="1400" b="0">
                <a:solidFill>
                  <a:schemeClr val="tx2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2"/>
            <a:r>
              <a:rPr lang="ru-RU" dirty="0"/>
              <a:t>Таблица</a:t>
            </a:r>
          </a:p>
          <a:p>
            <a:pPr lvl="2"/>
            <a:r>
              <a:rPr lang="ru-RU" dirty="0"/>
              <a:t>Диаграмма</a:t>
            </a:r>
          </a:p>
          <a:p>
            <a:pPr lvl="2"/>
            <a:r>
              <a:rPr lang="ru-RU" dirty="0"/>
              <a:t>Объект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A710E32-ACD2-4B3F-8900-F6A0A765CC92}"/>
              </a:ext>
            </a:extLst>
          </p:cNvPr>
          <p:cNvCxnSpPr/>
          <p:nvPr userDrawn="1"/>
        </p:nvCxnSpPr>
        <p:spPr>
          <a:xfrm>
            <a:off x="1596454" y="1457306"/>
            <a:ext cx="10111043" cy="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217EEB5-9B3A-499A-925B-6A02BF3DD52E}"/>
              </a:ext>
            </a:extLst>
          </p:cNvPr>
          <p:cNvCxnSpPr/>
          <p:nvPr userDrawn="1"/>
        </p:nvCxnSpPr>
        <p:spPr>
          <a:xfrm>
            <a:off x="368171" y="1457306"/>
            <a:ext cx="1122995" cy="0"/>
          </a:xfrm>
          <a:prstGeom prst="line">
            <a:avLst/>
          </a:prstGeom>
          <a:ln w="571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677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844757"/>
      </p:ext>
    </p:extLst>
  </p:cSld>
  <p:clrMapOvr>
    <a:masterClrMapping/>
  </p:clrMapOvr>
  <p:transition spd="slow">
    <p:cover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">
            <a:extLst>
              <a:ext uri="{FF2B5EF4-FFF2-40B4-BE49-F238E27FC236}">
                <a16:creationId xmlns:a16="http://schemas.microsoft.com/office/drawing/2014/main" id="{4FDA43E3-FDEB-4C85-A9C0-2088C59A9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0632"/>
            <a:ext cx="15119349" cy="824700"/>
          </a:xfrm>
          <a:prstGeom prst="rect">
            <a:avLst/>
          </a:prstGeom>
          <a:solidFill>
            <a:srgbClr val="C2CDD8"/>
          </a:solidFill>
          <a:ln>
            <a:noFill/>
          </a:ln>
        </p:spPr>
        <p:txBody>
          <a:bodyPr lIns="71437" tIns="71437" rIns="71437" bIns="71437" anchor="ctr"/>
          <a:lstStyle>
            <a:lvl1pPr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1pPr>
            <a:lvl2pPr marL="742950" indent="-28575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2pPr>
            <a:lvl3pPr marL="11430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3pPr>
            <a:lvl4pPr marL="16002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4pPr>
            <a:lvl5pPr marL="20574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9pPr>
          </a:lstStyle>
          <a:p>
            <a:pPr algn="ctr" eaLnBrk="1"/>
            <a:endParaRPr lang="ru-RU" altLang="ru-RU" sz="3000" baseline="0" dirty="0">
              <a:solidFill>
                <a:schemeClr val="accent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D1DF9BAE-76AD-4501-BD62-455D455A1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736" y="2359030"/>
            <a:ext cx="6472969" cy="798030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592" b="1">
                <a:solidFill>
                  <a:schemeClr val="tx2">
                    <a:lumMod val="50000"/>
                  </a:schemeClr>
                </a:solidFill>
                <a:latin typeface="+mn-lt"/>
              </a:defRPr>
            </a:lvl1pPr>
            <a:lvl2pPr>
              <a:lnSpc>
                <a:spcPct val="200000"/>
              </a:lnSpc>
              <a:defRPr sz="2395">
                <a:solidFill>
                  <a:schemeClr val="tx2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436">
                <a:solidFill>
                  <a:schemeClr val="tx2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1" name="Объект 3">
            <a:extLst>
              <a:ext uri="{FF2B5EF4-FFF2-40B4-BE49-F238E27FC236}">
                <a16:creationId xmlns:a16="http://schemas.microsoft.com/office/drawing/2014/main" id="{0D4183B4-5A55-4200-9140-757A3D60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8425" y="2359030"/>
            <a:ext cx="6472969" cy="798030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592" b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ct val="200000"/>
              </a:lnSpc>
              <a:defRPr sz="2395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ct val="150000"/>
              </a:lnSpc>
              <a:defRPr sz="143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3pPr>
            <a:lvl4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4pPr>
            <a:lvl5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2" name="Уровень текста 1…">
            <a:extLst>
              <a:ext uri="{FF2B5EF4-FFF2-40B4-BE49-F238E27FC236}">
                <a16:creationId xmlns:a16="http://schemas.microsoft.com/office/drawing/2014/main" id="{4972A5F9-FD20-4E2A-B9A7-313F89572507}"/>
              </a:ext>
            </a:extLst>
          </p:cNvPr>
          <p:cNvSpPr txBox="1">
            <a:spLocks noGrp="1"/>
          </p:cNvSpPr>
          <p:nvPr>
            <p:ph type="body" sz="half" idx="10" hasCustomPrompt="1"/>
          </p:nvPr>
        </p:nvSpPr>
        <p:spPr>
          <a:xfrm>
            <a:off x="393734" y="1171496"/>
            <a:ext cx="14156884" cy="807966"/>
          </a:xfrm>
          <a:prstGeom prst="rect">
            <a:avLst/>
          </a:prstGeom>
        </p:spPr>
        <p:txBody>
          <a:bodyPr anchor="ctr">
            <a:noAutofit/>
          </a:bodyPr>
          <a:lstStyle>
            <a:lvl1pPr defTabSz="1002870">
              <a:spcBef>
                <a:spcPts val="7108"/>
              </a:spcBef>
              <a:defRPr sz="3200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1pPr>
            <a:lvl2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2pPr>
            <a:lvl3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3pPr>
            <a:lvl4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4pPr>
            <a:lvl5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5pPr>
          </a:lstStyle>
          <a:p>
            <a:pPr lvl="0"/>
            <a:r>
              <a:rPr lang="ru-RU" dirty="0"/>
              <a:t>Заголовок</a:t>
            </a:r>
            <a:endParaRPr dirty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51BE97BA-4BF8-4E32-87AE-F0A0A1A9DA0F}"/>
              </a:ext>
            </a:extLst>
          </p:cNvPr>
          <p:cNvCxnSpPr/>
          <p:nvPr userDrawn="1"/>
        </p:nvCxnSpPr>
        <p:spPr>
          <a:xfrm>
            <a:off x="14295193" y="260627"/>
            <a:ext cx="0" cy="63022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Текст">
            <a:extLst>
              <a:ext uri="{FF2B5EF4-FFF2-40B4-BE49-F238E27FC236}">
                <a16:creationId xmlns:a16="http://schemas.microsoft.com/office/drawing/2014/main" id="{FB561E95-49F2-463E-BCBE-D4BEBE9FB1AE}"/>
              </a:ext>
            </a:extLst>
          </p:cNvPr>
          <p:cNvSpPr txBox="1"/>
          <p:nvPr userDrawn="1"/>
        </p:nvSpPr>
        <p:spPr>
          <a:xfrm>
            <a:off x="14500313" y="268358"/>
            <a:ext cx="207673" cy="872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02801" tIns="102801" rIns="102801" bIns="102801">
            <a:spAutoFit/>
          </a:bodyPr>
          <a:lstStyle/>
          <a:p>
            <a:pPr algn="ctr">
              <a:lnSpc>
                <a:spcPct val="100000"/>
              </a:lnSpc>
              <a:defRPr sz="3000">
                <a:solidFill>
                  <a:schemeClr val="accent5">
                    <a:satOff val="-30358"/>
                    <a:lumOff val="14901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pPr>
            <a:endParaRPr sz="4319" b="0" dirty="0">
              <a:solidFill>
                <a:srgbClr val="C00000"/>
              </a:solidFill>
              <a:latin typeface="Golos UI Medium" panose="020B0604020202020204" pitchFamily="34" charset="-52"/>
              <a:ea typeface="Roboto Medium" panose="02000000000000000000" pitchFamily="2" charset="0"/>
              <a:cs typeface="Golos UI Medium" panose="020B0604020202020204" pitchFamily="34" charset="-52"/>
            </a:endParaRPr>
          </a:p>
        </p:txBody>
      </p:sp>
      <p:sp>
        <p:nvSpPr>
          <p:cNvPr id="9" name="Текст">
            <a:extLst>
              <a:ext uri="{FF2B5EF4-FFF2-40B4-BE49-F238E27FC236}">
                <a16:creationId xmlns:a16="http://schemas.microsoft.com/office/drawing/2014/main" id="{B49DDA4A-85FF-4844-B4EB-DBC15586ECDC}"/>
              </a:ext>
            </a:extLst>
          </p:cNvPr>
          <p:cNvSpPr txBox="1"/>
          <p:nvPr userDrawn="1"/>
        </p:nvSpPr>
        <p:spPr>
          <a:xfrm>
            <a:off x="14295193" y="453570"/>
            <a:ext cx="784326" cy="463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2315" tIns="92315" rIns="92315" bIns="92315">
            <a:spAutoFit/>
          </a:bodyPr>
          <a:lstStyle/>
          <a:p>
            <a:pPr algn="ctr">
              <a:defRPr sz="3000">
                <a:solidFill>
                  <a:srgbClr val="C82506">
                    <a:satOff val="-30358"/>
                    <a:lumOff val="14901"/>
                  </a:srgbClr>
                </a:solidFill>
                <a:latin typeface="+mn-lt"/>
                <a:ea typeface="+mn-ea"/>
                <a:cs typeface="+mn-cs"/>
                <a:sym typeface="Trebuchet MS"/>
              </a:defRPr>
            </a:pPr>
            <a:fld id="{86CB4B4D-7CA3-9044-876B-883B54F8677D}" type="slidenum">
              <a:rPr sz="1800" smtClean="0">
                <a:solidFill>
                  <a:schemeClr val="tx1">
                    <a:lumMod val="65000"/>
                    <a:lumOff val="35000"/>
                  </a:schemeClr>
                </a:solidFill>
                <a:latin typeface="Golos UI Medium" panose="020B0604020202020204" charset="-52"/>
                <a:ea typeface="+mn-ea"/>
                <a:cs typeface="Golos UI Medium" panose="020B0604020202020204" charset="-52"/>
                <a:sym typeface="Trebuchet MS"/>
              </a:rPr>
              <a:pPr algn="ctr">
                <a:defRPr sz="3000">
                  <a:solidFill>
                    <a:srgbClr val="C82506">
                      <a:satOff val="-30358"/>
                      <a:lumOff val="14901"/>
                    </a:srgbClr>
                  </a:solidFill>
                  <a:latin typeface="+mn-lt"/>
                  <a:ea typeface="+mn-ea"/>
                  <a:cs typeface="+mn-cs"/>
                  <a:sym typeface="Trebuchet MS"/>
                </a:defRPr>
              </a:pPr>
              <a:t>‹#›</a:t>
            </a:fld>
            <a:endParaRPr sz="4000" dirty="0">
              <a:solidFill>
                <a:schemeClr val="tx1">
                  <a:lumMod val="65000"/>
                  <a:lumOff val="35000"/>
                </a:schemeClr>
              </a:solidFill>
              <a:latin typeface="Golos UI Medium" panose="020B0604020202020204" charset="-52"/>
              <a:ea typeface="+mn-ea"/>
              <a:cs typeface="Golos UI Medium" panose="020B0604020202020204" charset="-52"/>
              <a:sym typeface="Trebuchet MS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05C6A1-7912-4385-8271-1E492BF2FE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04" y="248885"/>
            <a:ext cx="3266890" cy="60034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1EA2FD-4ADF-4745-88DC-2DFA9125F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0177" y="146982"/>
            <a:ext cx="646965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12867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>
        <p15:guide id="1" orient="horz" pos="578" userDrawn="1">
          <p15:clr>
            <a:srgbClr val="FBAE40"/>
          </p15:clr>
        </p15:guide>
        <p15:guide id="2" pos="476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Объект 2">
            <a:extLst>
              <a:ext uri="{FF2B5EF4-FFF2-40B4-BE49-F238E27FC236}">
                <a16:creationId xmlns:a16="http://schemas.microsoft.com/office/drawing/2014/main" id="{D1DF9BAE-76AD-4501-BD62-455D455A1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736" y="2359030"/>
            <a:ext cx="6472969" cy="798030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592" b="1">
                <a:solidFill>
                  <a:schemeClr val="tx2">
                    <a:lumMod val="50000"/>
                  </a:schemeClr>
                </a:solidFill>
                <a:latin typeface="+mn-lt"/>
              </a:defRPr>
            </a:lvl1pPr>
            <a:lvl2pPr>
              <a:lnSpc>
                <a:spcPct val="200000"/>
              </a:lnSpc>
              <a:defRPr sz="2395">
                <a:solidFill>
                  <a:schemeClr val="tx2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436">
                <a:solidFill>
                  <a:schemeClr val="tx2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1" name="Объект 3">
            <a:extLst>
              <a:ext uri="{FF2B5EF4-FFF2-40B4-BE49-F238E27FC236}">
                <a16:creationId xmlns:a16="http://schemas.microsoft.com/office/drawing/2014/main" id="{0D4183B4-5A55-4200-9140-757A3D60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8425" y="2359030"/>
            <a:ext cx="6472969" cy="798030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592" b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ct val="200000"/>
              </a:lnSpc>
              <a:defRPr sz="2395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ct val="150000"/>
              </a:lnSpc>
              <a:defRPr sz="143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3pPr>
            <a:lvl4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4pPr>
            <a:lvl5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2" name="Уровень текста 1…">
            <a:extLst>
              <a:ext uri="{FF2B5EF4-FFF2-40B4-BE49-F238E27FC236}">
                <a16:creationId xmlns:a16="http://schemas.microsoft.com/office/drawing/2014/main" id="{4972A5F9-FD20-4E2A-B9A7-313F89572507}"/>
              </a:ext>
            </a:extLst>
          </p:cNvPr>
          <p:cNvSpPr txBox="1">
            <a:spLocks noGrp="1"/>
          </p:cNvSpPr>
          <p:nvPr>
            <p:ph type="body" sz="half" idx="10" hasCustomPrompt="1"/>
          </p:nvPr>
        </p:nvSpPr>
        <p:spPr>
          <a:xfrm>
            <a:off x="393734" y="1171496"/>
            <a:ext cx="14156884" cy="807966"/>
          </a:xfrm>
          <a:prstGeom prst="rect">
            <a:avLst/>
          </a:prstGeom>
        </p:spPr>
        <p:txBody>
          <a:bodyPr anchor="ctr">
            <a:noAutofit/>
          </a:bodyPr>
          <a:lstStyle>
            <a:lvl1pPr defTabSz="1002870">
              <a:spcBef>
                <a:spcPts val="7108"/>
              </a:spcBef>
              <a:defRPr sz="3200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1pPr>
            <a:lvl2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2pPr>
            <a:lvl3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3pPr>
            <a:lvl4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4pPr>
            <a:lvl5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5pPr>
          </a:lstStyle>
          <a:p>
            <a:pPr lvl="0"/>
            <a:r>
              <a:rPr lang="ru-RU" dirty="0"/>
              <a:t>Заголовок</a:t>
            </a:r>
            <a:endParaRPr dirty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51BE97BA-4BF8-4E32-87AE-F0A0A1A9DA0F}"/>
              </a:ext>
            </a:extLst>
          </p:cNvPr>
          <p:cNvCxnSpPr/>
          <p:nvPr userDrawn="1"/>
        </p:nvCxnSpPr>
        <p:spPr>
          <a:xfrm>
            <a:off x="14295193" y="260627"/>
            <a:ext cx="0" cy="63022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Текст">
            <a:extLst>
              <a:ext uri="{FF2B5EF4-FFF2-40B4-BE49-F238E27FC236}">
                <a16:creationId xmlns:a16="http://schemas.microsoft.com/office/drawing/2014/main" id="{FB561E95-49F2-463E-BCBE-D4BEBE9FB1AE}"/>
              </a:ext>
            </a:extLst>
          </p:cNvPr>
          <p:cNvSpPr txBox="1"/>
          <p:nvPr userDrawn="1"/>
        </p:nvSpPr>
        <p:spPr>
          <a:xfrm>
            <a:off x="14500313" y="268358"/>
            <a:ext cx="207673" cy="872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02801" tIns="102801" rIns="102801" bIns="102801">
            <a:spAutoFit/>
          </a:bodyPr>
          <a:lstStyle/>
          <a:p>
            <a:pPr algn="ctr">
              <a:lnSpc>
                <a:spcPct val="100000"/>
              </a:lnSpc>
              <a:defRPr sz="3000">
                <a:solidFill>
                  <a:schemeClr val="accent5">
                    <a:satOff val="-30358"/>
                    <a:lumOff val="14901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pPr>
            <a:endParaRPr sz="4319" b="0" dirty="0">
              <a:solidFill>
                <a:srgbClr val="C00000"/>
              </a:solidFill>
              <a:latin typeface="Golos UI Medium" panose="020B0604020202020204" pitchFamily="34" charset="-52"/>
              <a:ea typeface="Roboto Medium" panose="02000000000000000000" pitchFamily="2" charset="0"/>
              <a:cs typeface="Golos UI Medium" panose="020B0604020202020204" pitchFamily="34" charset="-52"/>
            </a:endParaRPr>
          </a:p>
        </p:txBody>
      </p:sp>
      <p:sp>
        <p:nvSpPr>
          <p:cNvPr id="8" name="Rechteck">
            <a:extLst>
              <a:ext uri="{FF2B5EF4-FFF2-40B4-BE49-F238E27FC236}">
                <a16:creationId xmlns:a16="http://schemas.microsoft.com/office/drawing/2014/main" id="{FEC1621D-2C64-42B8-89ED-6D5EB6EDA0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130632"/>
            <a:ext cx="12801600" cy="824700"/>
          </a:xfrm>
          <a:prstGeom prst="rect">
            <a:avLst/>
          </a:prstGeom>
          <a:solidFill>
            <a:srgbClr val="C2CDD8"/>
          </a:solidFill>
          <a:ln>
            <a:noFill/>
          </a:ln>
        </p:spPr>
        <p:txBody>
          <a:bodyPr lIns="71437" tIns="71437" rIns="71437" bIns="71437" anchor="ctr"/>
          <a:lstStyle>
            <a:lvl1pPr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1pPr>
            <a:lvl2pPr marL="742950" indent="-28575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2pPr>
            <a:lvl3pPr marL="11430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3pPr>
            <a:lvl4pPr marL="16002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4pPr>
            <a:lvl5pPr marL="20574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9pPr>
          </a:lstStyle>
          <a:p>
            <a:pPr algn="ctr" eaLnBrk="1"/>
            <a:endParaRPr lang="ru-RU" altLang="ru-RU" sz="3000" baseline="0" dirty="0">
              <a:solidFill>
                <a:schemeClr val="accent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ECB1BA-A786-4D4F-B4EB-469A5344B8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34" y="146982"/>
            <a:ext cx="646965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13022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>
        <p15:guide id="1" orient="horz" pos="601" userDrawn="1">
          <p15:clr>
            <a:srgbClr val="FBAE40"/>
          </p15:clr>
        </p15:guide>
        <p15:guide id="2" pos="4762">
          <p15:clr>
            <a:srgbClr val="FBAE40"/>
          </p15:clr>
        </p15:guide>
        <p15:guide id="3" orient="horz" pos="336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Объект 2">
            <a:extLst>
              <a:ext uri="{FF2B5EF4-FFF2-40B4-BE49-F238E27FC236}">
                <a16:creationId xmlns:a16="http://schemas.microsoft.com/office/drawing/2014/main" id="{D1DF9BAE-76AD-4501-BD62-455D455A1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736" y="2359030"/>
            <a:ext cx="6472969" cy="798030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592" b="1">
                <a:solidFill>
                  <a:schemeClr val="tx2">
                    <a:lumMod val="50000"/>
                  </a:schemeClr>
                </a:solidFill>
                <a:latin typeface="+mn-lt"/>
              </a:defRPr>
            </a:lvl1pPr>
            <a:lvl2pPr>
              <a:lnSpc>
                <a:spcPct val="200000"/>
              </a:lnSpc>
              <a:defRPr sz="2395">
                <a:solidFill>
                  <a:schemeClr val="tx2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436">
                <a:solidFill>
                  <a:schemeClr val="tx2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1" name="Объект 3">
            <a:extLst>
              <a:ext uri="{FF2B5EF4-FFF2-40B4-BE49-F238E27FC236}">
                <a16:creationId xmlns:a16="http://schemas.microsoft.com/office/drawing/2014/main" id="{0D4183B4-5A55-4200-9140-757A3D60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8425" y="2359030"/>
            <a:ext cx="6472969" cy="798030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592" b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ct val="200000"/>
              </a:lnSpc>
              <a:defRPr sz="2395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ct val="150000"/>
              </a:lnSpc>
              <a:defRPr sz="143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3pPr>
            <a:lvl4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4pPr>
            <a:lvl5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2" name="Уровень текста 1…">
            <a:extLst>
              <a:ext uri="{FF2B5EF4-FFF2-40B4-BE49-F238E27FC236}">
                <a16:creationId xmlns:a16="http://schemas.microsoft.com/office/drawing/2014/main" id="{4972A5F9-FD20-4E2A-B9A7-313F89572507}"/>
              </a:ext>
            </a:extLst>
          </p:cNvPr>
          <p:cNvSpPr txBox="1">
            <a:spLocks noGrp="1"/>
          </p:cNvSpPr>
          <p:nvPr>
            <p:ph type="body" sz="half" idx="10" hasCustomPrompt="1"/>
          </p:nvPr>
        </p:nvSpPr>
        <p:spPr>
          <a:xfrm>
            <a:off x="393734" y="1171496"/>
            <a:ext cx="14156884" cy="807966"/>
          </a:xfrm>
          <a:prstGeom prst="rect">
            <a:avLst/>
          </a:prstGeom>
        </p:spPr>
        <p:txBody>
          <a:bodyPr anchor="ctr">
            <a:noAutofit/>
          </a:bodyPr>
          <a:lstStyle>
            <a:lvl1pPr defTabSz="1002870">
              <a:spcBef>
                <a:spcPts val="7108"/>
              </a:spcBef>
              <a:defRPr sz="3200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1pPr>
            <a:lvl2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2pPr>
            <a:lvl3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3pPr>
            <a:lvl4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4pPr>
            <a:lvl5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5pPr>
          </a:lstStyle>
          <a:p>
            <a:pPr lvl="0"/>
            <a:r>
              <a:rPr lang="ru-RU" dirty="0"/>
              <a:t>Заголовок</a:t>
            </a:r>
            <a:endParaRPr dirty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51BE97BA-4BF8-4E32-87AE-F0A0A1A9DA0F}"/>
              </a:ext>
            </a:extLst>
          </p:cNvPr>
          <p:cNvCxnSpPr/>
          <p:nvPr userDrawn="1"/>
        </p:nvCxnSpPr>
        <p:spPr>
          <a:xfrm>
            <a:off x="14295193" y="260627"/>
            <a:ext cx="0" cy="63022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Текст">
            <a:extLst>
              <a:ext uri="{FF2B5EF4-FFF2-40B4-BE49-F238E27FC236}">
                <a16:creationId xmlns:a16="http://schemas.microsoft.com/office/drawing/2014/main" id="{FB561E95-49F2-463E-BCBE-D4BEBE9FB1AE}"/>
              </a:ext>
            </a:extLst>
          </p:cNvPr>
          <p:cNvSpPr txBox="1"/>
          <p:nvPr userDrawn="1"/>
        </p:nvSpPr>
        <p:spPr>
          <a:xfrm>
            <a:off x="14500313" y="268358"/>
            <a:ext cx="207673" cy="872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02801" tIns="102801" rIns="102801" bIns="102801">
            <a:spAutoFit/>
          </a:bodyPr>
          <a:lstStyle/>
          <a:p>
            <a:pPr algn="ctr">
              <a:lnSpc>
                <a:spcPct val="100000"/>
              </a:lnSpc>
              <a:defRPr sz="3000">
                <a:solidFill>
                  <a:schemeClr val="accent5">
                    <a:satOff val="-30358"/>
                    <a:lumOff val="14901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pPr>
            <a:endParaRPr sz="4319" b="0" dirty="0">
              <a:solidFill>
                <a:srgbClr val="C00000"/>
              </a:solidFill>
              <a:latin typeface="Golos UI Medium" panose="020B0604020202020204" pitchFamily="34" charset="-52"/>
              <a:ea typeface="Roboto Medium" panose="02000000000000000000" pitchFamily="2" charset="0"/>
              <a:cs typeface="Golos UI Medium" panose="020B0604020202020204" pitchFamily="34" charset="-52"/>
            </a:endParaRPr>
          </a:p>
        </p:txBody>
      </p:sp>
      <p:sp>
        <p:nvSpPr>
          <p:cNvPr id="10" name="Rechteck">
            <a:extLst>
              <a:ext uri="{FF2B5EF4-FFF2-40B4-BE49-F238E27FC236}">
                <a16:creationId xmlns:a16="http://schemas.microsoft.com/office/drawing/2014/main" id="{88DAC065-4279-4936-A948-F3B93E0ECC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0632"/>
            <a:ext cx="15119349" cy="824700"/>
          </a:xfrm>
          <a:prstGeom prst="rect">
            <a:avLst/>
          </a:prstGeom>
          <a:solidFill>
            <a:srgbClr val="C2CDD8"/>
          </a:solidFill>
          <a:ln>
            <a:noFill/>
          </a:ln>
        </p:spPr>
        <p:txBody>
          <a:bodyPr lIns="71437" tIns="71437" rIns="71437" bIns="71437" anchor="ctr"/>
          <a:lstStyle>
            <a:lvl1pPr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1pPr>
            <a:lvl2pPr marL="742950" indent="-28575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2pPr>
            <a:lvl3pPr marL="11430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3pPr>
            <a:lvl4pPr marL="16002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4pPr>
            <a:lvl5pPr marL="20574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9pPr>
          </a:lstStyle>
          <a:p>
            <a:pPr algn="ctr" eaLnBrk="1"/>
            <a:endParaRPr lang="ru-RU" altLang="ru-RU" sz="3000" baseline="0" dirty="0">
              <a:solidFill>
                <a:schemeClr val="accent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C85D6C7-1CFB-4D09-A79B-E17075F6D0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04" y="248885"/>
            <a:ext cx="3266890" cy="60034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5B1D50-EDCE-4D86-8E41-5C3618E6EE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0177" y="146982"/>
            <a:ext cx="646965" cy="792000"/>
          </a:xfrm>
          <a:prstGeom prst="rect">
            <a:avLst/>
          </a:prstGeom>
        </p:spPr>
      </p:pic>
      <p:sp>
        <p:nvSpPr>
          <p:cNvPr id="13" name="Текст">
            <a:extLst>
              <a:ext uri="{FF2B5EF4-FFF2-40B4-BE49-F238E27FC236}">
                <a16:creationId xmlns:a16="http://schemas.microsoft.com/office/drawing/2014/main" id="{F5B088C1-9165-4558-961A-76A37332DF1D}"/>
              </a:ext>
            </a:extLst>
          </p:cNvPr>
          <p:cNvSpPr txBox="1"/>
          <p:nvPr userDrawn="1"/>
        </p:nvSpPr>
        <p:spPr>
          <a:xfrm>
            <a:off x="14295193" y="453571"/>
            <a:ext cx="784326" cy="463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2315" tIns="92315" rIns="92315" bIns="92315">
            <a:spAutoFit/>
          </a:bodyPr>
          <a:lstStyle/>
          <a:p>
            <a:pPr algn="ctr">
              <a:defRPr sz="3000">
                <a:solidFill>
                  <a:srgbClr val="C82506">
                    <a:satOff val="-30358"/>
                    <a:lumOff val="14901"/>
                  </a:srgbClr>
                </a:solidFill>
                <a:latin typeface="+mn-lt"/>
                <a:ea typeface="+mn-ea"/>
                <a:cs typeface="+mn-cs"/>
                <a:sym typeface="Trebuchet MS"/>
              </a:defRPr>
            </a:pPr>
            <a:fld id="{86CB4B4D-7CA3-9044-876B-883B54F8677D}" type="slidenum">
              <a:rPr sz="1800" smtClean="0">
                <a:solidFill>
                  <a:schemeClr val="tx1">
                    <a:lumMod val="65000"/>
                    <a:lumOff val="35000"/>
                  </a:schemeClr>
                </a:solidFill>
                <a:latin typeface="Golos UI Medium" panose="020B0604020202020204" charset="-52"/>
                <a:ea typeface="+mn-ea"/>
                <a:cs typeface="Golos UI Medium" panose="020B0604020202020204" charset="-52"/>
                <a:sym typeface="Trebuchet MS"/>
              </a:rPr>
              <a:pPr algn="ctr">
                <a:defRPr sz="3000">
                  <a:solidFill>
                    <a:srgbClr val="C82506">
                      <a:satOff val="-30358"/>
                      <a:lumOff val="14901"/>
                    </a:srgbClr>
                  </a:solidFill>
                  <a:latin typeface="+mn-lt"/>
                  <a:ea typeface="+mn-ea"/>
                  <a:cs typeface="+mn-cs"/>
                  <a:sym typeface="Trebuchet MS"/>
                </a:defRPr>
              </a:pPr>
              <a:t>‹#›</a:t>
            </a:fld>
            <a:endParaRPr sz="4000" dirty="0">
              <a:solidFill>
                <a:schemeClr val="tx1">
                  <a:lumMod val="65000"/>
                  <a:lumOff val="35000"/>
                </a:schemeClr>
              </a:solidFill>
              <a:latin typeface="Golos UI Medium" panose="020B0604020202020204" charset="-52"/>
              <a:ea typeface="+mn-ea"/>
              <a:cs typeface="Golos UI Medium" panose="020B0604020202020204" charset="-52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46623201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>
        <p15:guide id="1" orient="horz" pos="578">
          <p15:clr>
            <a:srgbClr val="FBAE40"/>
          </p15:clr>
        </p15:guide>
        <p15:guide id="2" pos="476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Объект 2">
            <a:extLst>
              <a:ext uri="{FF2B5EF4-FFF2-40B4-BE49-F238E27FC236}">
                <a16:creationId xmlns:a16="http://schemas.microsoft.com/office/drawing/2014/main" id="{D1DF9BAE-76AD-4501-BD62-455D455A1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736" y="2359030"/>
            <a:ext cx="6472969" cy="798030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592" b="1">
                <a:solidFill>
                  <a:schemeClr val="tx2">
                    <a:lumMod val="50000"/>
                  </a:schemeClr>
                </a:solidFill>
                <a:latin typeface="+mn-lt"/>
              </a:defRPr>
            </a:lvl1pPr>
            <a:lvl2pPr>
              <a:lnSpc>
                <a:spcPct val="200000"/>
              </a:lnSpc>
              <a:defRPr sz="2395">
                <a:solidFill>
                  <a:schemeClr val="tx2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436">
                <a:solidFill>
                  <a:schemeClr val="tx2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1" name="Объект 3">
            <a:extLst>
              <a:ext uri="{FF2B5EF4-FFF2-40B4-BE49-F238E27FC236}">
                <a16:creationId xmlns:a16="http://schemas.microsoft.com/office/drawing/2014/main" id="{0D4183B4-5A55-4200-9140-757A3D60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8425" y="2359030"/>
            <a:ext cx="6472969" cy="798030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592" b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ct val="200000"/>
              </a:lnSpc>
              <a:defRPr sz="2395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ct val="150000"/>
              </a:lnSpc>
              <a:defRPr sz="143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3pPr>
            <a:lvl4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4pPr>
            <a:lvl5pPr>
              <a:lnSpc>
                <a:spcPct val="150000"/>
              </a:lnSpc>
              <a:defRPr sz="2456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2" name="Уровень текста 1…">
            <a:extLst>
              <a:ext uri="{FF2B5EF4-FFF2-40B4-BE49-F238E27FC236}">
                <a16:creationId xmlns:a16="http://schemas.microsoft.com/office/drawing/2014/main" id="{4972A5F9-FD20-4E2A-B9A7-313F89572507}"/>
              </a:ext>
            </a:extLst>
          </p:cNvPr>
          <p:cNvSpPr txBox="1">
            <a:spLocks noGrp="1"/>
          </p:cNvSpPr>
          <p:nvPr>
            <p:ph type="body" sz="half" idx="10" hasCustomPrompt="1"/>
          </p:nvPr>
        </p:nvSpPr>
        <p:spPr>
          <a:xfrm>
            <a:off x="393734" y="1171496"/>
            <a:ext cx="14156884" cy="807966"/>
          </a:xfrm>
          <a:prstGeom prst="rect">
            <a:avLst/>
          </a:prstGeom>
        </p:spPr>
        <p:txBody>
          <a:bodyPr anchor="ctr">
            <a:noAutofit/>
          </a:bodyPr>
          <a:lstStyle>
            <a:lvl1pPr defTabSz="1002870">
              <a:spcBef>
                <a:spcPts val="7108"/>
              </a:spcBef>
              <a:defRPr sz="3200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1pPr>
            <a:lvl2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2pPr>
            <a:lvl3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3pPr>
            <a:lvl4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4pPr>
            <a:lvl5pPr defTabSz="1002870">
              <a:spcBef>
                <a:spcPts val="7108"/>
              </a:spcBef>
              <a:defRPr sz="7497" b="1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lvl5pPr>
          </a:lstStyle>
          <a:p>
            <a:pPr lvl="0"/>
            <a:r>
              <a:rPr lang="ru-RU" dirty="0"/>
              <a:t>Заголовок</a:t>
            </a:r>
            <a:endParaRPr dirty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51BE97BA-4BF8-4E32-87AE-F0A0A1A9DA0F}"/>
              </a:ext>
            </a:extLst>
          </p:cNvPr>
          <p:cNvCxnSpPr/>
          <p:nvPr userDrawn="1"/>
        </p:nvCxnSpPr>
        <p:spPr>
          <a:xfrm>
            <a:off x="14295193" y="260627"/>
            <a:ext cx="0" cy="63022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Текст">
            <a:extLst>
              <a:ext uri="{FF2B5EF4-FFF2-40B4-BE49-F238E27FC236}">
                <a16:creationId xmlns:a16="http://schemas.microsoft.com/office/drawing/2014/main" id="{FB561E95-49F2-463E-BCBE-D4BEBE9FB1AE}"/>
              </a:ext>
            </a:extLst>
          </p:cNvPr>
          <p:cNvSpPr txBox="1"/>
          <p:nvPr userDrawn="1"/>
        </p:nvSpPr>
        <p:spPr>
          <a:xfrm>
            <a:off x="14500313" y="268358"/>
            <a:ext cx="207673" cy="872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02801" tIns="102801" rIns="102801" bIns="102801">
            <a:spAutoFit/>
          </a:bodyPr>
          <a:lstStyle/>
          <a:p>
            <a:pPr algn="ctr">
              <a:lnSpc>
                <a:spcPct val="100000"/>
              </a:lnSpc>
              <a:defRPr sz="3000">
                <a:solidFill>
                  <a:schemeClr val="accent5">
                    <a:satOff val="-30358"/>
                    <a:lumOff val="14901"/>
                  </a:schemeClr>
                </a:solidFill>
                <a:latin typeface="+mn-lt"/>
                <a:ea typeface="+mn-ea"/>
                <a:cs typeface="+mn-cs"/>
                <a:sym typeface="Trebuchet MS"/>
              </a:defRPr>
            </a:pPr>
            <a:endParaRPr sz="4319" b="0" dirty="0">
              <a:solidFill>
                <a:srgbClr val="C00000"/>
              </a:solidFill>
              <a:latin typeface="Golos UI Medium" panose="020B0604020202020204" pitchFamily="34" charset="-52"/>
              <a:ea typeface="Roboto Medium" panose="02000000000000000000" pitchFamily="2" charset="0"/>
              <a:cs typeface="Golos UI Medium" panose="020B0604020202020204" pitchFamily="34" charset="-52"/>
            </a:endParaRPr>
          </a:p>
        </p:txBody>
      </p:sp>
      <p:sp>
        <p:nvSpPr>
          <p:cNvPr id="8" name="Rechteck">
            <a:extLst>
              <a:ext uri="{FF2B5EF4-FFF2-40B4-BE49-F238E27FC236}">
                <a16:creationId xmlns:a16="http://schemas.microsoft.com/office/drawing/2014/main" id="{FEC1621D-2C64-42B8-89ED-6D5EB6EDA0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130632"/>
            <a:ext cx="12801600" cy="824700"/>
          </a:xfrm>
          <a:prstGeom prst="rect">
            <a:avLst/>
          </a:prstGeom>
          <a:solidFill>
            <a:srgbClr val="C2CDD8"/>
          </a:solidFill>
          <a:ln>
            <a:noFill/>
          </a:ln>
        </p:spPr>
        <p:txBody>
          <a:bodyPr lIns="71437" tIns="71437" rIns="71437" bIns="71437" anchor="ctr"/>
          <a:lstStyle>
            <a:lvl1pPr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1pPr>
            <a:lvl2pPr marL="742950" indent="-28575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2pPr>
            <a:lvl3pPr marL="11430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3pPr>
            <a:lvl4pPr marL="16002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4pPr>
            <a:lvl5pPr marL="2057400" indent="-228600"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baseline="33000">
                <a:solidFill>
                  <a:srgbClr val="000000"/>
                </a:solidFill>
                <a:latin typeface="Fira Sans Medium" panose="020B0603050000020004" pitchFamily="34" charset="0"/>
                <a:ea typeface="Fira Sans Medium" panose="020B0603050000020004" pitchFamily="34" charset="0"/>
                <a:cs typeface="Fira Sans Medium" panose="020B0603050000020004" pitchFamily="34" charset="0"/>
                <a:sym typeface="Fira Sans Medium" panose="020B0603050000020004" pitchFamily="34" charset="0"/>
              </a:defRPr>
            </a:lvl9pPr>
          </a:lstStyle>
          <a:p>
            <a:pPr algn="ctr" eaLnBrk="1"/>
            <a:endParaRPr lang="ru-RU" altLang="ru-RU" sz="3000" baseline="0" dirty="0">
              <a:solidFill>
                <a:schemeClr val="accent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ECB1BA-A786-4D4F-B4EB-469A5344B8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34" y="146982"/>
            <a:ext cx="646965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05458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>
        <p15:guide id="1" orient="horz" pos="601">
          <p15:clr>
            <a:srgbClr val="FBAE40"/>
          </p15:clr>
        </p15:guide>
        <p15:guide id="2" pos="4762">
          <p15:clr>
            <a:srgbClr val="FBAE40"/>
          </p15:clr>
        </p15:guide>
        <p15:guide id="3" orient="horz" pos="33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55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28" r:id="rId2"/>
    <p:sldLayoutId id="2147483815" r:id="rId3"/>
  </p:sldLayoutIdLst>
  <p:transition spd="med"/>
  <p:hf hdr="0" ftr="0" dt="0"/>
  <p:txStyles>
    <p:titleStyle>
      <a:lvl1pPr marL="0" marR="0" indent="0" algn="l" defTabSz="590877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0" algn="l" defTabSz="590877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0" algn="l" defTabSz="590877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0" algn="l" defTabSz="590877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0" algn="l" defTabSz="590877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l" defTabSz="590877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l" defTabSz="590877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l" defTabSz="590877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l" defTabSz="590877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rebuchet MS"/>
        </a:defRPr>
      </a:lvl9pPr>
    </p:titleStyle>
    <p:bodyStyle>
      <a:lvl1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 Обычный" charset="0"/>
          <a:ea typeface="Trebuchet MS Обычный" charset="0"/>
          <a:cs typeface="Trebuchet MS Обычный" charset="0"/>
          <a:sym typeface="Helvetica"/>
        </a:defRPr>
      </a:lvl1pPr>
      <a:lvl2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 Обычный" charset="0"/>
          <a:ea typeface="Trebuchet MS Обычный" charset="0"/>
          <a:cs typeface="Trebuchet MS Обычный" charset="0"/>
          <a:sym typeface="Helvetica"/>
        </a:defRPr>
      </a:lvl2pPr>
      <a:lvl3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 Обычный" charset="0"/>
          <a:ea typeface="Trebuchet MS Обычный" charset="0"/>
          <a:cs typeface="Trebuchet MS Обычный" charset="0"/>
          <a:sym typeface="Helvetica"/>
        </a:defRPr>
      </a:lvl3pPr>
      <a:lvl4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 Обычный" charset="0"/>
          <a:ea typeface="Trebuchet MS Обычный" charset="0"/>
          <a:cs typeface="Trebuchet MS Обычный" charset="0"/>
          <a:sym typeface="Helvetica"/>
        </a:defRPr>
      </a:lvl4pPr>
      <a:lvl5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 Обычный" charset="0"/>
          <a:ea typeface="Trebuchet MS Обычный" charset="0"/>
          <a:cs typeface="Trebuchet MS Обычный" charset="0"/>
          <a:sym typeface="Helvetica"/>
        </a:defRPr>
      </a:lvl5pPr>
      <a:lvl6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5908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5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73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">
            <a:extLst>
              <a:ext uri="{FF2B5EF4-FFF2-40B4-BE49-F238E27FC236}">
                <a16:creationId xmlns:a16="http://schemas.microsoft.com/office/drawing/2014/main" id="{0F2581F9-E1A0-4B84-B83C-CEB715F20D39}"/>
              </a:ext>
            </a:extLst>
          </p:cNvPr>
          <p:cNvSpPr txBox="1"/>
          <p:nvPr userDrawn="1"/>
        </p:nvSpPr>
        <p:spPr>
          <a:xfrm>
            <a:off x="14259618" y="657864"/>
            <a:ext cx="784326" cy="444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2315" tIns="92315" rIns="92315" bIns="92315">
            <a:spAutoFit/>
          </a:bodyPr>
          <a:lstStyle/>
          <a:p>
            <a:pPr algn="ctr">
              <a:defRPr sz="3000">
                <a:solidFill>
                  <a:srgbClr val="C82506">
                    <a:satOff val="-30358"/>
                    <a:lumOff val="14901"/>
                  </a:srgbClr>
                </a:solidFill>
                <a:latin typeface="+mn-lt"/>
                <a:ea typeface="+mn-ea"/>
                <a:cs typeface="+mn-cs"/>
                <a:sym typeface="Trebuchet MS"/>
              </a:defRPr>
            </a:pPr>
            <a:fld id="{86CB4B4D-7CA3-9044-876B-883B54F8677D}" type="slidenum">
              <a:rPr sz="1676" smtClean="0">
                <a:solidFill>
                  <a:prstClr val="white">
                    <a:lumMod val="50000"/>
                  </a:prstClr>
                </a:solidFill>
                <a:latin typeface="Trebuchet MS"/>
                <a:ea typeface="+mn-ea"/>
                <a:sym typeface="Trebuchet MS"/>
              </a:rPr>
              <a:pPr algn="ctr">
                <a:defRPr sz="3000">
                  <a:solidFill>
                    <a:srgbClr val="C82506">
                      <a:satOff val="-30358"/>
                      <a:lumOff val="14901"/>
                    </a:srgbClr>
                  </a:solidFill>
                  <a:latin typeface="+mn-lt"/>
                  <a:ea typeface="+mn-ea"/>
                  <a:cs typeface="+mn-cs"/>
                  <a:sym typeface="Trebuchet MS"/>
                </a:defRPr>
              </a:pPr>
              <a:t>‹#›</a:t>
            </a:fld>
            <a:endParaRPr sz="3878" dirty="0">
              <a:solidFill>
                <a:prstClr val="white">
                  <a:lumMod val="50000"/>
                </a:prstClr>
              </a:solidFill>
              <a:latin typeface="Trebuchet MS"/>
              <a:ea typeface="+mn-ea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64524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FB91A60-BE21-4B11-9FED-B2F7A6FCD5FC}"/>
              </a:ext>
            </a:extLst>
          </p:cNvPr>
          <p:cNvSpPr/>
          <p:nvPr userDrawn="1"/>
        </p:nvSpPr>
        <p:spPr>
          <a:xfrm>
            <a:off x="97792" y="84200"/>
            <a:ext cx="14923768" cy="1052341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ffectLst/>
        </p:spPr>
        <p:txBody>
          <a:bodyPr lIns="131585" tIns="131585" rIns="131585" bIns="131585" rtlCol="0" anchor="ctr"/>
          <a:lstStyle/>
          <a:p>
            <a:pPr algn="ctr" defTabSz="1182381"/>
            <a:endParaRPr lang="ru-RU" sz="4606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04981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42" r:id="rId1"/>
    <p:sldLayoutId id="2147484743" r:id="rId2"/>
  </p:sldLayoutIdLst>
  <p:hf hdr="0" ftr="0" dt="0"/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FB91A60-BE21-4B11-9FED-B2F7A6FCD5FC}"/>
              </a:ext>
            </a:extLst>
          </p:cNvPr>
          <p:cNvSpPr/>
          <p:nvPr userDrawn="1"/>
        </p:nvSpPr>
        <p:spPr>
          <a:xfrm>
            <a:off x="97792" y="84200"/>
            <a:ext cx="14923768" cy="1052341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ffectLst/>
        </p:spPr>
        <p:txBody>
          <a:bodyPr lIns="131585" tIns="131585" rIns="131585" bIns="131585" rtlCol="0" anchor="ctr"/>
          <a:lstStyle/>
          <a:p>
            <a:pPr algn="ctr" defTabSz="1182381"/>
            <a:endParaRPr lang="ru-RU" sz="4606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3712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71" r:id="rId1"/>
    <p:sldLayoutId id="2147484772" r:id="rId2"/>
  </p:sldLayoutIdLst>
  <p:hf hdr="0" ftr="0" dt="0"/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Прямоугольник 183">
            <a:extLst>
              <a:ext uri="{FF2B5EF4-FFF2-40B4-BE49-F238E27FC236}">
                <a16:creationId xmlns:a16="http://schemas.microsoft.com/office/drawing/2014/main" id="{DB578828-8CB6-45D3-8466-8F09FEE403D8}"/>
              </a:ext>
            </a:extLst>
          </p:cNvPr>
          <p:cNvSpPr/>
          <p:nvPr/>
        </p:nvSpPr>
        <p:spPr>
          <a:xfrm>
            <a:off x="4036128" y="158416"/>
            <a:ext cx="3148003" cy="695012"/>
          </a:xfrm>
          <a:prstGeom prst="rect">
            <a:avLst/>
          </a:prstGeom>
          <a:noFill/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31585" tIns="131585" rIns="131585" bIns="131585" rtlCol="0" anchor="ctr"/>
          <a:lstStyle/>
          <a:p>
            <a:pPr marL="0" marR="0" lvl="0" indent="0" algn="l" defTabSz="11823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200" dirty="0">
                <a:solidFill>
                  <a:prstClr val="black"/>
                </a:solidFill>
                <a:latin typeface="Golos UI Medium" panose="020B0604020202020204" pitchFamily="34" charset="-52"/>
                <a:ea typeface="Roboto Medium" panose="02000000000000000000" pitchFamily="2" charset="0"/>
                <a:cs typeface="Golos UI Medium" panose="020B0604020202020204" pitchFamily="34" charset="-52"/>
                <a:sym typeface="Helvetica Light"/>
              </a:rPr>
              <a:t>Основные разделы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Roboto Medium" panose="02000000000000000000" pitchFamily="2" charset="0"/>
              <a:cs typeface="Golos UI Medium" panose="020B0604020202020204" pitchFamily="34" charset="-52"/>
              <a:sym typeface="Helvetica Light"/>
            </a:endParaRPr>
          </a:p>
        </p:txBody>
      </p:sp>
      <p:sp>
        <p:nvSpPr>
          <p:cNvPr id="199" name="Прямоугольник 198">
            <a:extLst>
              <a:ext uri="{FF2B5EF4-FFF2-40B4-BE49-F238E27FC236}">
                <a16:creationId xmlns:a16="http://schemas.microsoft.com/office/drawing/2014/main" id="{3AFDFC31-0342-488F-8DEE-B56729A404B2}"/>
              </a:ext>
            </a:extLst>
          </p:cNvPr>
          <p:cNvSpPr/>
          <p:nvPr/>
        </p:nvSpPr>
        <p:spPr>
          <a:xfrm>
            <a:off x="14189430" y="199181"/>
            <a:ext cx="1088050" cy="400111"/>
          </a:xfrm>
          <a:prstGeom prst="rect">
            <a:avLst/>
          </a:prstGeom>
          <a:noFill/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31585" tIns="131585" rIns="131585" bIns="131585" rtlCol="0" anchor="ctr"/>
          <a:lstStyle/>
          <a:p>
            <a:pPr marL="0" marR="0" lvl="0" indent="0" algn="l" defTabSz="11823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Golos UI Medium" panose="020B0604020202020204" pitchFamily="34" charset="-52"/>
                <a:ea typeface="Roboto Medium" panose="02000000000000000000" pitchFamily="2" charset="0"/>
                <a:cs typeface="Golos UI Medium" panose="020B0604020202020204" pitchFamily="34" charset="-52"/>
                <a:sym typeface="Helvetica Light"/>
              </a:rPr>
              <a:t>date</a:t>
            </a:r>
            <a:endParaRPr lang="ru-RU" sz="1200" dirty="0">
              <a:solidFill>
                <a:prstClr val="black"/>
              </a:solidFill>
              <a:latin typeface="Golos UI Medium" panose="020B0604020202020204" pitchFamily="34" charset="-52"/>
              <a:ea typeface="Roboto Medium" panose="02000000000000000000" pitchFamily="2" charset="0"/>
              <a:cs typeface="Golos UI Medium" panose="020B0604020202020204" pitchFamily="34" charset="-52"/>
              <a:sym typeface="Helvetica Light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1D44460-791E-4051-8810-36175BEBD25F}"/>
              </a:ext>
            </a:extLst>
          </p:cNvPr>
          <p:cNvSpPr txBox="1"/>
          <p:nvPr/>
        </p:nvSpPr>
        <p:spPr>
          <a:xfrm>
            <a:off x="8429832" y="1246098"/>
            <a:ext cx="4311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91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charset="-52"/>
                <a:ea typeface="+mn-ea"/>
                <a:cs typeface="Golos UI Medium" panose="020B0604020202020204" charset="-52"/>
              </a:rPr>
              <a:t>Обращения граждан.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olos UI Medium" panose="020B0604020202020204" charset="-52"/>
                <a:ea typeface="+mn-ea"/>
                <a:cs typeface="Golos UI Medium" panose="020B0604020202020204" charset="-52"/>
              </a:rPr>
              <a:t>АИС ЦУ КГХ</a:t>
            </a:r>
          </a:p>
        </p:txBody>
      </p:sp>
      <p:pic>
        <p:nvPicPr>
          <p:cNvPr id="194" name="Рисунок 193">
            <a:extLst>
              <a:ext uri="{FF2B5EF4-FFF2-40B4-BE49-F238E27FC236}">
                <a16:creationId xmlns:a16="http://schemas.microsoft.com/office/drawing/2014/main" id="{A2B269D5-F8C3-4B31-80E7-2E3824226F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444" t="27427" r="50446" b="51599"/>
          <a:stretch/>
        </p:blipFill>
        <p:spPr>
          <a:xfrm>
            <a:off x="7889706" y="1142418"/>
            <a:ext cx="445997" cy="481071"/>
          </a:xfrm>
          <a:prstGeom prst="rect">
            <a:avLst/>
          </a:prstGeom>
        </p:spPr>
      </p:pic>
      <p:sp>
        <p:nvSpPr>
          <p:cNvPr id="195" name="Прямоугольник 194">
            <a:extLst>
              <a:ext uri="{FF2B5EF4-FFF2-40B4-BE49-F238E27FC236}">
                <a16:creationId xmlns:a16="http://schemas.microsoft.com/office/drawing/2014/main" id="{98117D41-FBC9-4F59-A5F3-336E41A13E51}"/>
              </a:ext>
            </a:extLst>
          </p:cNvPr>
          <p:cNvSpPr>
            <a:spLocks noChangeAspect="1"/>
          </p:cNvSpPr>
          <p:nvPr/>
        </p:nvSpPr>
        <p:spPr>
          <a:xfrm>
            <a:off x="7911006" y="1735693"/>
            <a:ext cx="6660000" cy="226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509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los UI" panose="020B0604020202020204" charset="-52"/>
              <a:ea typeface="+mn-ea"/>
              <a:cs typeface="Golos UI" panose="020B0604020202020204" charset="-52"/>
            </a:endParaRPr>
          </a:p>
        </p:txBody>
      </p:sp>
      <p:sp>
        <p:nvSpPr>
          <p:cNvPr id="196" name="object 94">
            <a:extLst>
              <a:ext uri="{FF2B5EF4-FFF2-40B4-BE49-F238E27FC236}">
                <a16:creationId xmlns:a16="http://schemas.microsoft.com/office/drawing/2014/main" id="{411C934A-8039-438E-BDD5-A6F4381C1497}"/>
              </a:ext>
            </a:extLst>
          </p:cNvPr>
          <p:cNvSpPr txBox="1"/>
          <p:nvPr/>
        </p:nvSpPr>
        <p:spPr>
          <a:xfrm>
            <a:off x="8205613" y="2014480"/>
            <a:ext cx="1543131" cy="554625"/>
          </a:xfrm>
          <a:prstGeom prst="rect">
            <a:avLst/>
          </a:prstGeom>
        </p:spPr>
        <p:txBody>
          <a:bodyPr vert="horz" wrap="square" lIns="0" tIns="183501" rIns="0" bIns="0" rtlCol="0">
            <a:spAutoFit/>
          </a:bodyPr>
          <a:lstStyle/>
          <a:p>
            <a:pPr marL="10608" marR="0" lvl="0" indent="0" algn="l" defTabSz="763722" rtl="0" eaLnBrk="1" fontAlgn="auto" latinLnBrk="0" hangingPunct="1">
              <a:lnSpc>
                <a:spcPct val="80000"/>
              </a:lnSpc>
              <a:spcBef>
                <a:spcPts val="1445"/>
              </a:spcBef>
              <a:spcAft>
                <a:spcPts val="0"/>
              </a:spcAft>
              <a:buClrTx/>
              <a:buSzTx/>
              <a:buFontTx/>
              <a:buNone/>
              <a:tabLst>
                <a:tab pos="1952266" algn="l"/>
              </a:tabLst>
              <a:defRPr/>
            </a:pPr>
            <a:r>
              <a:rPr lang="ru-RU" sz="3000" spc="50" dirty="0">
                <a:solidFill>
                  <a:prstClr val="black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  <a:t> </a:t>
            </a:r>
            <a:r>
              <a:rPr lang="en-US" sz="3000" spc="50" dirty="0">
                <a:solidFill>
                  <a:prstClr val="black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  <a:t>*all*</a:t>
            </a:r>
            <a:endParaRPr kumimoji="0" lang="ru-RU" sz="3000" b="0" i="0" u="none" strike="noStrike" kern="1200" cap="none" spc="5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Golos UI" panose="020B0504020202020204" pitchFamily="34" charset="-52"/>
              <a:ea typeface="+mn-ea"/>
              <a:cs typeface="Golos UI" panose="020B0504020202020204" pitchFamily="34" charset="-52"/>
            </a:endParaRPr>
          </a:p>
        </p:txBody>
      </p:sp>
      <p:sp>
        <p:nvSpPr>
          <p:cNvPr id="387" name="Прямоугольник: скругленные углы 346">
            <a:extLst>
              <a:ext uri="{FF2B5EF4-FFF2-40B4-BE49-F238E27FC236}">
                <a16:creationId xmlns:a16="http://schemas.microsoft.com/office/drawing/2014/main" id="{790C25A4-F354-4B82-AD59-69B38E9A52A8}"/>
              </a:ext>
            </a:extLst>
          </p:cNvPr>
          <p:cNvSpPr/>
          <p:nvPr/>
        </p:nvSpPr>
        <p:spPr>
          <a:xfrm>
            <a:off x="13441057" y="3629993"/>
            <a:ext cx="1044000" cy="252000"/>
          </a:xfrm>
          <a:prstGeom prst="roundRect">
            <a:avLst/>
          </a:prstGeom>
          <a:noFill/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182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los UI" panose="020B0604020202020204" charset="-52"/>
              <a:ea typeface="+mn-ea"/>
              <a:cs typeface="Golos UI" panose="020B0604020202020204" charset="-52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37ABCEEC-0C74-497C-9CFB-64F4AC6EC38C}"/>
              </a:ext>
            </a:extLst>
          </p:cNvPr>
          <p:cNvSpPr txBox="1"/>
          <p:nvPr/>
        </p:nvSpPr>
        <p:spPr>
          <a:xfrm>
            <a:off x="13300218" y="3621061"/>
            <a:ext cx="1316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9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9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olos UI Medium" panose="020B0604020202020204" pitchFamily="34" charset="-52"/>
                <a:ea typeface="Golos UI VF Medium" panose="020B0504020202020204" pitchFamily="34" charset="0"/>
                <a:cs typeface="Golos UI Medium" panose="020B0604020202020204" pitchFamily="34" charset="-52"/>
              </a:rPr>
              <a:t>Стр. 4-5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Golos UI Medium" panose="020B0604020202020204" pitchFamily="34" charset="-52"/>
              <a:ea typeface="Golos UI VF Medium" panose="020B0504020202020204" pitchFamily="34" charset="0"/>
              <a:cs typeface="Golos UI Medium" panose="020B0604020202020204" pitchFamily="34" charset="-52"/>
            </a:endParaRPr>
          </a:p>
        </p:txBody>
      </p:sp>
      <p:sp>
        <p:nvSpPr>
          <p:cNvPr id="389" name="TextBox 42">
            <a:extLst>
              <a:ext uri="{FF2B5EF4-FFF2-40B4-BE49-F238E27FC236}">
                <a16:creationId xmlns:a16="http://schemas.microsoft.com/office/drawing/2014/main" id="{8A391315-3253-45A5-B5EF-83715E3A1815}"/>
              </a:ext>
            </a:extLst>
          </p:cNvPr>
          <p:cNvSpPr txBox="1"/>
          <p:nvPr/>
        </p:nvSpPr>
        <p:spPr>
          <a:xfrm>
            <a:off x="11610000" y="2908800"/>
            <a:ext cx="1936141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09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Golos UI" panose="020B0504020202020204" pitchFamily="34" charset="-52"/>
                <a:cs typeface="Golos UI" panose="020B0504020202020204" pitchFamily="34" charset="-52"/>
              </a:rPr>
              <a:t>*ao1*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" panose="020B0504020202020204" pitchFamily="34" charset="-52"/>
              <a:ea typeface="+mn-ea"/>
              <a:cs typeface="Golos UI" panose="020B0504020202020204" pitchFamily="34" charset="-52"/>
            </a:endParaRPr>
          </a:p>
        </p:txBody>
      </p:sp>
      <p:sp>
        <p:nvSpPr>
          <p:cNvPr id="390" name="TextBox 43">
            <a:extLst>
              <a:ext uri="{FF2B5EF4-FFF2-40B4-BE49-F238E27FC236}">
                <a16:creationId xmlns:a16="http://schemas.microsoft.com/office/drawing/2014/main" id="{EC86E122-0985-4D2B-BD5F-1EB71DCBCE10}"/>
              </a:ext>
            </a:extLst>
          </p:cNvPr>
          <p:cNvSpPr txBox="1"/>
          <p:nvPr/>
        </p:nvSpPr>
        <p:spPr>
          <a:xfrm>
            <a:off x="11610000" y="3268800"/>
            <a:ext cx="1662413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09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" panose="020B0504020202020204" pitchFamily="34" charset="-52"/>
                <a:ea typeface="+mn-ea"/>
                <a:cs typeface="Golos UI" panose="020B0504020202020204" pitchFamily="34" charset="-52"/>
              </a:rPr>
              <a:t>*ao2*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" panose="020B0504020202020204" pitchFamily="34" charset="-52"/>
              <a:ea typeface="+mn-ea"/>
              <a:cs typeface="Golos UI" panose="020B0504020202020204" pitchFamily="34" charset="-52"/>
            </a:endParaRPr>
          </a:p>
        </p:txBody>
      </p:sp>
      <p:sp>
        <p:nvSpPr>
          <p:cNvPr id="391" name="TextBox 44">
            <a:extLst>
              <a:ext uri="{FF2B5EF4-FFF2-40B4-BE49-F238E27FC236}">
                <a16:creationId xmlns:a16="http://schemas.microsoft.com/office/drawing/2014/main" id="{1E7B8B1D-243F-4DD6-BB07-B468E8BA642C}"/>
              </a:ext>
            </a:extLst>
          </p:cNvPr>
          <p:cNvSpPr txBox="1"/>
          <p:nvPr/>
        </p:nvSpPr>
        <p:spPr>
          <a:xfrm>
            <a:off x="11608705" y="3628800"/>
            <a:ext cx="1935115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09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" panose="020B0504020202020204" pitchFamily="34" charset="-52"/>
                <a:ea typeface="+mn-ea"/>
                <a:cs typeface="Golos UI" panose="020B0504020202020204" pitchFamily="34" charset="-52"/>
              </a:rPr>
              <a:t>*ao3*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" panose="020B0504020202020204" pitchFamily="34" charset="-52"/>
              <a:ea typeface="+mn-ea"/>
              <a:cs typeface="Golos UI" panose="020B0504020202020204" pitchFamily="34" charset="-52"/>
            </a:endParaRPr>
          </a:p>
        </p:txBody>
      </p:sp>
      <p:sp>
        <p:nvSpPr>
          <p:cNvPr id="392" name="object 94">
            <a:extLst>
              <a:ext uri="{FF2B5EF4-FFF2-40B4-BE49-F238E27FC236}">
                <a16:creationId xmlns:a16="http://schemas.microsoft.com/office/drawing/2014/main" id="{D5F3958C-AA81-4F86-A4B3-E35A3439A0E6}"/>
              </a:ext>
            </a:extLst>
          </p:cNvPr>
          <p:cNvSpPr txBox="1"/>
          <p:nvPr/>
        </p:nvSpPr>
        <p:spPr>
          <a:xfrm>
            <a:off x="8238306" y="2908800"/>
            <a:ext cx="2471546" cy="360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2555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4" dirty="0">
                <a:solidFill>
                  <a:srgbClr val="000000"/>
                </a:solidFill>
                <a:latin typeface="Golos UI" panose="020B0504020202020204" pitchFamily="34" charset="-52"/>
                <a:ea typeface="Roboto" panose="02000000000000000000" pitchFamily="2" charset="0"/>
                <a:cs typeface="Golos UI" panose="020B0504020202020204" pitchFamily="34" charset="-52"/>
              </a:rPr>
              <a:t>*theme1*</a:t>
            </a:r>
            <a:endParaRPr kumimoji="0" lang="ru-RU" sz="1200" b="0" i="0" u="none" strike="noStrike" kern="1200" cap="none" spc="-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los UI" panose="020B0504020202020204" pitchFamily="34" charset="-52"/>
              <a:ea typeface="Roboto" panose="02000000000000000000" pitchFamily="2" charset="0"/>
              <a:cs typeface="Golos UI" panose="020B0504020202020204" pitchFamily="34" charset="-52"/>
            </a:endParaRPr>
          </a:p>
        </p:txBody>
      </p:sp>
      <p:sp>
        <p:nvSpPr>
          <p:cNvPr id="393" name="object 94">
            <a:extLst>
              <a:ext uri="{FF2B5EF4-FFF2-40B4-BE49-F238E27FC236}">
                <a16:creationId xmlns:a16="http://schemas.microsoft.com/office/drawing/2014/main" id="{1C1BE62A-B52E-4B69-A826-79F235E2A081}"/>
              </a:ext>
            </a:extLst>
          </p:cNvPr>
          <p:cNvSpPr txBox="1"/>
          <p:nvPr/>
        </p:nvSpPr>
        <p:spPr>
          <a:xfrm>
            <a:off x="9795524" y="2866608"/>
            <a:ext cx="24772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8016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-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los UI" panose="020B0504020202020204" pitchFamily="34" charset="-52"/>
              <a:ea typeface="Golos UI VF" panose="020B0504020202020204" pitchFamily="34" charset="0"/>
              <a:cs typeface="Golos UI" panose="020B0504020202020204" pitchFamily="34" charset="-52"/>
            </a:endParaRPr>
          </a:p>
        </p:txBody>
      </p:sp>
      <p:sp>
        <p:nvSpPr>
          <p:cNvPr id="394" name="object 94">
            <a:extLst>
              <a:ext uri="{FF2B5EF4-FFF2-40B4-BE49-F238E27FC236}">
                <a16:creationId xmlns:a16="http://schemas.microsoft.com/office/drawing/2014/main" id="{DDA83AC5-832A-4B11-9407-D03A3456DFB8}"/>
              </a:ext>
            </a:extLst>
          </p:cNvPr>
          <p:cNvSpPr txBox="1"/>
          <p:nvPr/>
        </p:nvSpPr>
        <p:spPr>
          <a:xfrm>
            <a:off x="8236800" y="3268441"/>
            <a:ext cx="2428069" cy="360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25550" fontAlgn="b"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los UI" panose="020B0504020202020204" pitchFamily="34" charset="-52"/>
                <a:ea typeface="Roboto" panose="02000000000000000000" pitchFamily="2" charset="0"/>
                <a:cs typeface="Golos UI" panose="020B0504020202020204" pitchFamily="34" charset="-52"/>
              </a:rPr>
              <a:t>*theme2*</a:t>
            </a:r>
            <a:endParaRPr kumimoji="0" lang="ru-RU" sz="1200" b="0" i="0" u="none" strike="noStrike" kern="1200" cap="none" spc="-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los UI" panose="020B0504020202020204" pitchFamily="34" charset="-52"/>
              <a:ea typeface="Roboto" panose="02000000000000000000" pitchFamily="2" charset="0"/>
              <a:cs typeface="Golos UI" panose="020B0504020202020204" pitchFamily="34" charset="-52"/>
            </a:endParaRPr>
          </a:p>
        </p:txBody>
      </p:sp>
      <p:sp>
        <p:nvSpPr>
          <p:cNvPr id="395" name="object 94">
            <a:extLst>
              <a:ext uri="{FF2B5EF4-FFF2-40B4-BE49-F238E27FC236}">
                <a16:creationId xmlns:a16="http://schemas.microsoft.com/office/drawing/2014/main" id="{9D8F7E16-E0BF-432B-B8EA-BAE4112FC390}"/>
              </a:ext>
            </a:extLst>
          </p:cNvPr>
          <p:cNvSpPr txBox="1"/>
          <p:nvPr/>
        </p:nvSpPr>
        <p:spPr>
          <a:xfrm>
            <a:off x="10533600" y="2908800"/>
            <a:ext cx="571187" cy="360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8016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los UI Medium" panose="020B0604020202020204" pitchFamily="34" charset="-52"/>
                <a:ea typeface="Roboto" panose="02000000000000000000" pitchFamily="2" charset="0"/>
                <a:cs typeface="Golos UI Medium" panose="020B0604020202020204" pitchFamily="34" charset="-52"/>
              </a:rPr>
              <a:t>*top1*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EF6B6B"/>
              </a:solidFill>
              <a:effectLst/>
              <a:uLnTx/>
              <a:uFillTx/>
              <a:latin typeface="Golos UI Medium" panose="020B0604020202020204" pitchFamily="34" charset="-52"/>
              <a:ea typeface="Roboto" panose="02000000000000000000" pitchFamily="2" charset="0"/>
              <a:cs typeface="Golos UI Medium" panose="020B0604020202020204" pitchFamily="34" charset="-52"/>
            </a:endParaRPr>
          </a:p>
        </p:txBody>
      </p:sp>
      <p:sp>
        <p:nvSpPr>
          <p:cNvPr id="396" name="object 94">
            <a:extLst>
              <a:ext uri="{FF2B5EF4-FFF2-40B4-BE49-F238E27FC236}">
                <a16:creationId xmlns:a16="http://schemas.microsoft.com/office/drawing/2014/main" id="{1C6F6E67-DADC-4D28-8948-53C8CAD604BA}"/>
              </a:ext>
            </a:extLst>
          </p:cNvPr>
          <p:cNvSpPr txBox="1"/>
          <p:nvPr/>
        </p:nvSpPr>
        <p:spPr>
          <a:xfrm>
            <a:off x="10533600" y="3268800"/>
            <a:ext cx="572400" cy="360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8016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Golos UI Medium" panose="020B0604020202020204" pitchFamily="34" charset="-52"/>
                <a:ea typeface="Golos UI VF" panose="020B0504020202020204" pitchFamily="34" charset="0"/>
                <a:cs typeface="Golos UI Medium" panose="020B0604020202020204" pitchFamily="34" charset="-52"/>
              </a:rPr>
              <a:t>*top2*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los UI Medium" panose="020B0604020202020204" pitchFamily="34" charset="-52"/>
              <a:ea typeface="Golos UI VF" panose="020B0504020202020204" pitchFamily="34" charset="0"/>
              <a:cs typeface="Golos UI Medium" panose="020B0604020202020204" pitchFamily="34" charset="-52"/>
            </a:endParaRPr>
          </a:p>
        </p:txBody>
      </p:sp>
      <p:sp>
        <p:nvSpPr>
          <p:cNvPr id="397" name="object 94">
            <a:extLst>
              <a:ext uri="{FF2B5EF4-FFF2-40B4-BE49-F238E27FC236}">
                <a16:creationId xmlns:a16="http://schemas.microsoft.com/office/drawing/2014/main" id="{957547F3-4018-4C4A-BFA5-99C58682DE93}"/>
              </a:ext>
            </a:extLst>
          </p:cNvPr>
          <p:cNvSpPr txBox="1"/>
          <p:nvPr/>
        </p:nvSpPr>
        <p:spPr>
          <a:xfrm>
            <a:off x="10533600" y="3628800"/>
            <a:ext cx="571187" cy="360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8016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olos UI Medium" panose="020B0604020202020204" pitchFamily="34" charset="-52"/>
                <a:ea typeface="+mn-ea"/>
                <a:cs typeface="Golos UI Medium" panose="020B0604020202020204" pitchFamily="34" charset="-52"/>
              </a:rPr>
              <a:t>*top3*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cxnSp>
        <p:nvCxnSpPr>
          <p:cNvPr id="398" name="Прямая соединительная линия 397">
            <a:extLst>
              <a:ext uri="{FF2B5EF4-FFF2-40B4-BE49-F238E27FC236}">
                <a16:creationId xmlns:a16="http://schemas.microsoft.com/office/drawing/2014/main" id="{0CC6928E-9429-4240-A2E5-CDBF786942FD}"/>
              </a:ext>
            </a:extLst>
          </p:cNvPr>
          <p:cNvCxnSpPr>
            <a:cxnSpLocks/>
          </p:cNvCxnSpPr>
          <p:nvPr/>
        </p:nvCxnSpPr>
        <p:spPr>
          <a:xfrm>
            <a:off x="8214729" y="3269670"/>
            <a:ext cx="4968105" cy="29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Прямая соединительная линия 398">
            <a:extLst>
              <a:ext uri="{FF2B5EF4-FFF2-40B4-BE49-F238E27FC236}">
                <a16:creationId xmlns:a16="http://schemas.microsoft.com/office/drawing/2014/main" id="{89348446-1A71-4C04-930D-082CFC596519}"/>
              </a:ext>
            </a:extLst>
          </p:cNvPr>
          <p:cNvCxnSpPr>
            <a:cxnSpLocks/>
          </p:cNvCxnSpPr>
          <p:nvPr/>
        </p:nvCxnSpPr>
        <p:spPr>
          <a:xfrm>
            <a:off x="8216103" y="3624247"/>
            <a:ext cx="4981971" cy="1219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object 94">
            <a:extLst>
              <a:ext uri="{FF2B5EF4-FFF2-40B4-BE49-F238E27FC236}">
                <a16:creationId xmlns:a16="http://schemas.microsoft.com/office/drawing/2014/main" id="{8F90CAAD-2D01-439B-8A9A-FEEC5161FA92}"/>
              </a:ext>
            </a:extLst>
          </p:cNvPr>
          <p:cNvSpPr txBox="1"/>
          <p:nvPr/>
        </p:nvSpPr>
        <p:spPr>
          <a:xfrm>
            <a:off x="8235542" y="3628800"/>
            <a:ext cx="2451006" cy="360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2555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los UI" panose="020B0504020202020204" pitchFamily="34" charset="-52"/>
                <a:ea typeface="Roboto" panose="02000000000000000000" pitchFamily="2" charset="0"/>
                <a:cs typeface="Golos UI" panose="020B0504020202020204" pitchFamily="34" charset="-52"/>
              </a:rPr>
              <a:t>*theme3*</a:t>
            </a:r>
            <a:endParaRPr kumimoji="0" lang="ru-RU" sz="1200" b="0" i="0" u="none" strike="noStrike" kern="1200" cap="none" spc="-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los UI" panose="020B0504020202020204" pitchFamily="34" charset="-52"/>
              <a:ea typeface="Roboto" panose="02000000000000000000" pitchFamily="2" charset="0"/>
              <a:cs typeface="Golos UI" panose="020B0504020202020204" pitchFamily="34" charset="-52"/>
            </a:endParaRPr>
          </a:p>
        </p:txBody>
      </p:sp>
      <p:sp>
        <p:nvSpPr>
          <p:cNvPr id="401" name="object 94">
            <a:extLst>
              <a:ext uri="{FF2B5EF4-FFF2-40B4-BE49-F238E27FC236}">
                <a16:creationId xmlns:a16="http://schemas.microsoft.com/office/drawing/2014/main" id="{69495E44-3FF6-42DB-8F51-E006AC82C957}"/>
              </a:ext>
            </a:extLst>
          </p:cNvPr>
          <p:cNvSpPr txBox="1"/>
          <p:nvPr/>
        </p:nvSpPr>
        <p:spPr>
          <a:xfrm>
            <a:off x="10812030" y="1799680"/>
            <a:ext cx="1542261" cy="333026"/>
          </a:xfrm>
          <a:prstGeom prst="rect">
            <a:avLst/>
          </a:prstGeom>
        </p:spPr>
        <p:txBody>
          <a:bodyPr vert="horz" wrap="square" lIns="0" tIns="183501" rIns="0" bIns="0" rtlCol="0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608" marR="0" lvl="0" indent="0" algn="l" defTabSz="763722" rtl="0" eaLnBrk="1" fontAlgn="auto" latinLnBrk="0" hangingPunct="1">
              <a:lnSpc>
                <a:spcPct val="80000"/>
              </a:lnSpc>
              <a:spcBef>
                <a:spcPts val="1445"/>
              </a:spcBef>
              <a:spcAft>
                <a:spcPts val="0"/>
              </a:spcAft>
              <a:buClrTx/>
              <a:buSzTx/>
              <a:buFontTx/>
              <a:buNone/>
              <a:tabLst>
                <a:tab pos="1952266" algn="l"/>
              </a:tabLst>
              <a:defRPr/>
            </a:pPr>
            <a:r>
              <a:rPr kumimoji="0" lang="ru-RU" sz="12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" panose="020B0504020202020204" pitchFamily="34" charset="-52"/>
                <a:ea typeface="+mn-ea"/>
                <a:cs typeface="Golos UI" panose="020B0504020202020204" pitchFamily="34" charset="-52"/>
              </a:rPr>
              <a:t>Закрыто</a:t>
            </a:r>
            <a:endParaRPr kumimoji="0" lang="ru-RU" sz="14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" panose="020B0504020202020204" pitchFamily="34" charset="-52"/>
              <a:ea typeface="+mn-ea"/>
              <a:cs typeface="Golos UI" panose="020B0504020202020204" pitchFamily="34" charset="-52"/>
            </a:endParaRPr>
          </a:p>
        </p:txBody>
      </p:sp>
      <p:sp>
        <p:nvSpPr>
          <p:cNvPr id="402" name="object 94">
            <a:extLst>
              <a:ext uri="{FF2B5EF4-FFF2-40B4-BE49-F238E27FC236}">
                <a16:creationId xmlns:a16="http://schemas.microsoft.com/office/drawing/2014/main" id="{40B0CE93-83EE-425F-ACB4-FF64F391223E}"/>
              </a:ext>
            </a:extLst>
          </p:cNvPr>
          <p:cNvSpPr txBox="1"/>
          <p:nvPr/>
        </p:nvSpPr>
        <p:spPr>
          <a:xfrm>
            <a:off x="11949575" y="1800000"/>
            <a:ext cx="1542261" cy="357648"/>
          </a:xfrm>
          <a:prstGeom prst="rect">
            <a:avLst/>
          </a:prstGeom>
        </p:spPr>
        <p:txBody>
          <a:bodyPr vert="horz" wrap="square" lIns="0" tIns="183501" rIns="0" bIns="0" rtlCol="0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608" marR="0" lvl="0" indent="0" algn="l" defTabSz="763722" rtl="0" eaLnBrk="1" fontAlgn="auto" latinLnBrk="0" hangingPunct="1">
              <a:lnSpc>
                <a:spcPct val="80000"/>
              </a:lnSpc>
              <a:spcBef>
                <a:spcPts val="1445"/>
              </a:spcBef>
              <a:spcAft>
                <a:spcPts val="0"/>
              </a:spcAft>
              <a:buClrTx/>
              <a:buSzTx/>
              <a:buFontTx/>
              <a:buNone/>
              <a:tabLst>
                <a:tab pos="1952266" algn="l"/>
              </a:tabLst>
              <a:defRPr/>
            </a:pPr>
            <a:r>
              <a:rPr kumimoji="0" lang="ru-RU" sz="14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" panose="020B0504020202020204" pitchFamily="34" charset="-52"/>
                <a:ea typeface="+mn-ea"/>
                <a:cs typeface="Golos UI" panose="020B0504020202020204" pitchFamily="34" charset="-52"/>
              </a:rPr>
              <a:t>В </a:t>
            </a:r>
            <a:r>
              <a:rPr kumimoji="0" lang="ru-RU" sz="12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" panose="020B0504020202020204" pitchFamily="34" charset="-52"/>
                <a:ea typeface="+mn-ea"/>
                <a:cs typeface="Golos UI" panose="020B0504020202020204" pitchFamily="34" charset="-52"/>
              </a:rPr>
              <a:t>работе</a:t>
            </a:r>
            <a:endParaRPr kumimoji="0" lang="ru-RU" sz="14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" panose="020B0504020202020204" pitchFamily="34" charset="-52"/>
              <a:ea typeface="+mn-ea"/>
              <a:cs typeface="Golos UI" panose="020B0504020202020204" pitchFamily="34" charset="-52"/>
            </a:endParaRPr>
          </a:p>
        </p:txBody>
      </p:sp>
      <p:sp>
        <p:nvSpPr>
          <p:cNvPr id="403" name="object 94">
            <a:extLst>
              <a:ext uri="{FF2B5EF4-FFF2-40B4-BE49-F238E27FC236}">
                <a16:creationId xmlns:a16="http://schemas.microsoft.com/office/drawing/2014/main" id="{FF55CEC6-713A-4B50-AE10-065023642CA6}"/>
              </a:ext>
            </a:extLst>
          </p:cNvPr>
          <p:cNvSpPr txBox="1"/>
          <p:nvPr/>
        </p:nvSpPr>
        <p:spPr>
          <a:xfrm>
            <a:off x="10796450" y="2140563"/>
            <a:ext cx="872672" cy="406892"/>
          </a:xfrm>
          <a:prstGeom prst="rect">
            <a:avLst/>
          </a:prstGeom>
        </p:spPr>
        <p:txBody>
          <a:bodyPr vert="horz" wrap="square" lIns="0" tIns="183501" rIns="0" bIns="0" rtlCol="0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608" marR="0" lvl="0" indent="0" algn="l" defTabSz="763722" rtl="0" eaLnBrk="1" fontAlgn="auto" latinLnBrk="0" hangingPunct="1">
              <a:lnSpc>
                <a:spcPct val="80000"/>
              </a:lnSpc>
              <a:spcBef>
                <a:spcPts val="1445"/>
              </a:spcBef>
              <a:spcAft>
                <a:spcPts val="0"/>
              </a:spcAft>
              <a:buClrTx/>
              <a:buSzTx/>
              <a:buFontTx/>
              <a:buNone/>
              <a:tabLst>
                <a:tab pos="1952266" algn="l"/>
              </a:tabLst>
              <a:defRPr/>
            </a:pPr>
            <a:r>
              <a:rPr kumimoji="0" lang="en-US" sz="1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+mn-ea"/>
                <a:cs typeface="Golos UI Medium" panose="020B0604020202020204" pitchFamily="34" charset="-52"/>
              </a:rPr>
              <a:t>*clos*</a:t>
            </a:r>
            <a:endParaRPr kumimoji="0" lang="ru-RU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sp>
        <p:nvSpPr>
          <p:cNvPr id="404" name="object 94">
            <a:extLst>
              <a:ext uri="{FF2B5EF4-FFF2-40B4-BE49-F238E27FC236}">
                <a16:creationId xmlns:a16="http://schemas.microsoft.com/office/drawing/2014/main" id="{BF6A2170-E0B5-4F31-9552-6525D6E7E4B9}"/>
              </a:ext>
            </a:extLst>
          </p:cNvPr>
          <p:cNvSpPr txBox="1"/>
          <p:nvPr/>
        </p:nvSpPr>
        <p:spPr>
          <a:xfrm>
            <a:off x="11982476" y="2134520"/>
            <a:ext cx="981835" cy="314559"/>
          </a:xfrm>
          <a:prstGeom prst="rect">
            <a:avLst/>
          </a:prstGeom>
        </p:spPr>
        <p:txBody>
          <a:bodyPr vert="horz" wrap="square" lIns="0" tIns="183501" rIns="0" bIns="0" rtlCol="0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608" marR="0" lvl="0" indent="0" algn="l" defTabSz="763722" rtl="0" eaLnBrk="1" fontAlgn="auto" latinLnBrk="0" hangingPunct="1">
              <a:lnSpc>
                <a:spcPct val="80000"/>
              </a:lnSpc>
              <a:spcBef>
                <a:spcPts val="1445"/>
              </a:spcBef>
              <a:spcAft>
                <a:spcPts val="0"/>
              </a:spcAft>
              <a:buClrTx/>
              <a:buSzTx/>
              <a:buFontTx/>
              <a:buNone/>
              <a:tabLst>
                <a:tab pos="1952266" algn="l"/>
              </a:tabLst>
              <a:defRPr/>
            </a:pPr>
            <a:endParaRPr kumimoji="0" lang="ru-RU" sz="1050" b="0" i="0" u="none" strike="noStrike" kern="1200" cap="none" spc="5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Golos UI" panose="020B0604020202020204" charset="-52"/>
              <a:ea typeface="+mn-ea"/>
              <a:cs typeface="Golos UI" panose="020B0604020202020204" charset="-52"/>
            </a:endParaRPr>
          </a:p>
        </p:txBody>
      </p:sp>
      <p:graphicFrame>
        <p:nvGraphicFramePr>
          <p:cNvPr id="405" name="Таблица 3">
            <a:extLst>
              <a:ext uri="{FF2B5EF4-FFF2-40B4-BE49-F238E27FC236}">
                <a16:creationId xmlns:a16="http://schemas.microsoft.com/office/drawing/2014/main" id="{F034BBE2-8303-4ADC-9677-324461C82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454362"/>
              </p:ext>
            </p:extLst>
          </p:nvPr>
        </p:nvGraphicFramePr>
        <p:xfrm>
          <a:off x="10383597" y="1755537"/>
          <a:ext cx="270875" cy="10762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875">
                  <a:extLst>
                    <a:ext uri="{9D8B030D-6E8A-4147-A177-3AD203B41FA5}">
                      <a16:colId xmlns:a16="http://schemas.microsoft.com/office/drawing/2014/main" val="3006981507"/>
                    </a:ext>
                  </a:extLst>
                </a:gridCol>
              </a:tblGrid>
              <a:tr h="1076224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 marL="101827" marR="101827" marT="50913" marB="50913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7880359"/>
                  </a:ext>
                </a:extLst>
              </a:tr>
            </a:tbl>
          </a:graphicData>
        </a:graphic>
      </p:graphicFrame>
      <p:sp>
        <p:nvSpPr>
          <p:cNvPr id="406" name="TextBox 405">
            <a:extLst>
              <a:ext uri="{FF2B5EF4-FFF2-40B4-BE49-F238E27FC236}">
                <a16:creationId xmlns:a16="http://schemas.microsoft.com/office/drawing/2014/main" id="{7524D750-A4C2-42A9-AB42-3C843788C293}"/>
              </a:ext>
            </a:extLst>
          </p:cNvPr>
          <p:cNvSpPr txBox="1"/>
          <p:nvPr/>
        </p:nvSpPr>
        <p:spPr>
          <a:xfrm>
            <a:off x="8361461" y="1849540"/>
            <a:ext cx="1389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6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45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olos UI Medium" panose="020B0604020202020204" charset="-52"/>
                <a:cs typeface="Golos UI Medium" panose="020B0604020202020204" charset="-52"/>
              </a:rPr>
              <a:t>Всего</a:t>
            </a: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2F4C708B-2BFC-4A66-94FD-A825261C81F0}"/>
              </a:ext>
            </a:extLst>
          </p:cNvPr>
          <p:cNvSpPr txBox="1"/>
          <p:nvPr/>
        </p:nvSpPr>
        <p:spPr>
          <a:xfrm>
            <a:off x="9538957" y="2133137"/>
            <a:ext cx="1338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2400" dirty="0" err="1">
                <a:latin typeface="Golos UI Medium" panose="020B0604020202020204" charset="-52"/>
                <a:cs typeface="Golos UI Medium" panose="020B0604020202020204" charset="-52"/>
              </a:rPr>
              <a:t>allper</a:t>
            </a:r>
            <a:r>
              <a:rPr lang="en-US" sz="2400" dirty="0"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2400" dirty="0">
              <a:latin typeface="Golos UI Medium" panose="020B0604020202020204" charset="-52"/>
              <a:cs typeface="Golos UI Medium" panose="020B0604020202020204" charset="-52"/>
            </a:endParaRPr>
          </a:p>
        </p:txBody>
      </p:sp>
      <p:sp>
        <p:nvSpPr>
          <p:cNvPr id="197" name="object 94">
            <a:extLst>
              <a:ext uri="{FF2B5EF4-FFF2-40B4-BE49-F238E27FC236}">
                <a16:creationId xmlns:a16="http://schemas.microsoft.com/office/drawing/2014/main" id="{569E5ED8-046B-4C58-862E-FFDA3FBAF4C1}"/>
              </a:ext>
            </a:extLst>
          </p:cNvPr>
          <p:cNvSpPr txBox="1"/>
          <p:nvPr/>
        </p:nvSpPr>
        <p:spPr>
          <a:xfrm>
            <a:off x="11970322" y="2142000"/>
            <a:ext cx="872672" cy="406892"/>
          </a:xfrm>
          <a:prstGeom prst="rect">
            <a:avLst/>
          </a:prstGeom>
        </p:spPr>
        <p:txBody>
          <a:bodyPr vert="horz" wrap="square" lIns="0" tIns="183501" rIns="0" bIns="0" rtlCol="0">
            <a:spAutoFit/>
          </a:bodyPr>
          <a:lstStyle>
            <a:defPPr>
              <a:defRPr lang="en-US"/>
            </a:defPPr>
            <a:lvl1pPr marL="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674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348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022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6960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370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044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8718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3921" algn="l" defTabSz="526740" rtl="0" eaLnBrk="1" latinLnBrk="0" hangingPunct="1">
              <a:defRPr sz="20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608" marR="0" lvl="0" indent="0" algn="l" defTabSz="763722" rtl="0" eaLnBrk="1" fontAlgn="auto" latinLnBrk="0" hangingPunct="1">
              <a:lnSpc>
                <a:spcPct val="80000"/>
              </a:lnSpc>
              <a:spcBef>
                <a:spcPts val="1445"/>
              </a:spcBef>
              <a:spcAft>
                <a:spcPts val="0"/>
              </a:spcAft>
              <a:buClrTx/>
              <a:buSzTx/>
              <a:buFontTx/>
              <a:buNone/>
              <a:tabLst>
                <a:tab pos="1952266" algn="l"/>
              </a:tabLst>
              <a:defRPr/>
            </a:pPr>
            <a:r>
              <a:rPr kumimoji="0" lang="en-US" sz="1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+mn-ea"/>
                <a:cs typeface="Golos UI Medium" panose="020B0604020202020204" pitchFamily="34" charset="-52"/>
              </a:rPr>
              <a:t>*work*</a:t>
            </a:r>
            <a:endParaRPr kumimoji="0" lang="ru-RU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56514569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2FBA9D12-EFD6-47F9-9D40-E2FBA2EA7C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65" r="8421" b="9727"/>
          <a:stretch/>
        </p:blipFill>
        <p:spPr>
          <a:xfrm>
            <a:off x="6343176" y="1866376"/>
            <a:ext cx="8029270" cy="8518047"/>
          </a:xfrm>
          <a:prstGeom prst="rect">
            <a:avLst/>
          </a:prstGeom>
        </p:spPr>
      </p:pic>
      <p:graphicFrame>
        <p:nvGraphicFramePr>
          <p:cNvPr id="64" name="Таблица 63">
            <a:extLst>
              <a:ext uri="{FF2B5EF4-FFF2-40B4-BE49-F238E27FC236}">
                <a16:creationId xmlns:a16="http://schemas.microsoft.com/office/drawing/2014/main" id="{550063A1-7954-494D-872C-779D73DFA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239945"/>
              </p:ext>
            </p:extLst>
          </p:nvPr>
        </p:nvGraphicFramePr>
        <p:xfrm>
          <a:off x="540897" y="8626358"/>
          <a:ext cx="6816103" cy="169697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{8EC20E35-A176-4012-BC5E-935CFFF8708E}</a:tableStyleId>
              </a:tblPr>
              <a:tblGrid>
                <a:gridCol w="3636107">
                  <a:extLst>
                    <a:ext uri="{9D8B030D-6E8A-4147-A177-3AD203B41FA5}">
                      <a16:colId xmlns:a16="http://schemas.microsoft.com/office/drawing/2014/main" val="3028178348"/>
                    </a:ext>
                  </a:extLst>
                </a:gridCol>
                <a:gridCol w="185757">
                  <a:extLst>
                    <a:ext uri="{9D8B030D-6E8A-4147-A177-3AD203B41FA5}">
                      <a16:colId xmlns:a16="http://schemas.microsoft.com/office/drawing/2014/main" val="2456181018"/>
                    </a:ext>
                  </a:extLst>
                </a:gridCol>
                <a:gridCol w="967332">
                  <a:extLst>
                    <a:ext uri="{9D8B030D-6E8A-4147-A177-3AD203B41FA5}">
                      <a16:colId xmlns:a16="http://schemas.microsoft.com/office/drawing/2014/main" val="3334792602"/>
                    </a:ext>
                  </a:extLst>
                </a:gridCol>
                <a:gridCol w="2026907">
                  <a:extLst>
                    <a:ext uri="{9D8B030D-6E8A-4147-A177-3AD203B41FA5}">
                      <a16:colId xmlns:a16="http://schemas.microsoft.com/office/drawing/2014/main" val="303978967"/>
                    </a:ext>
                  </a:extLst>
                </a:gridCol>
              </a:tblGrid>
              <a:tr h="615682">
                <a:tc>
                  <a:txBody>
                    <a:bodyPr/>
                    <a:lstStyle/>
                    <a:p>
                      <a:pPr marL="0" marR="0" lvl="0" indent="0" algn="l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olos UI" panose="020B0504020202020204" pitchFamily="34" charset="-52"/>
                          <a:ea typeface="Roboto" panose="02000000000000000000" pitchFamily="2" charset="0"/>
                          <a:cs typeface="Golos UI" panose="020B0504020202020204" pitchFamily="34" charset="-52"/>
                        </a:rPr>
                        <a:t>*theme1*</a:t>
                      </a:r>
                      <a:endParaRPr kumimoji="0" lang="ru-RU" sz="1400" b="0" i="0" u="none" strike="noStrike" kern="1200" cap="none" spc="-4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olos UI" panose="020B0504020202020204" pitchFamily="34" charset="-52"/>
                        <a:ea typeface="Roboto" panose="02000000000000000000" pitchFamily="2" charset="0"/>
                        <a:cs typeface="Golos UI" panose="020B0504020202020204" pitchFamily="34" charset="-52"/>
                      </a:endParaRPr>
                    </a:p>
                  </a:txBody>
                  <a:tcPr marL="120268" marR="40089" marT="10608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Golos UI" panose="020B0504020202020204" pitchFamily="34" charset="-52"/>
                        <a:ea typeface="Golos UI VF" panose="020B0504020202020204" pitchFamily="34" charset="0"/>
                        <a:cs typeface="Golos UI" panose="020B0504020202020204" pitchFamily="34" charset="-52"/>
                      </a:endParaRPr>
                    </a:p>
                  </a:txBody>
                  <a:tcPr marL="120268" marR="40089" marT="10608" marB="0" anchor="ctr">
                    <a:lnL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olos UI Medium" panose="020B0604020202020204" pitchFamily="34" charset="-52"/>
                          <a:ea typeface="Roboto" panose="02000000000000000000" pitchFamily="2" charset="0"/>
                          <a:cs typeface="Golos UI Medium" panose="020B0604020202020204" pitchFamily="34" charset="-52"/>
                        </a:rPr>
                        <a:t>     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olos UI Medium" panose="020B0604020202020204" pitchFamily="34" charset="-52"/>
                          <a:ea typeface="Roboto" panose="02000000000000000000" pitchFamily="2" charset="0"/>
                          <a:cs typeface="Golos UI Medium" panose="020B0604020202020204" pitchFamily="34" charset="-52"/>
                        </a:rPr>
                        <a:t>*top1*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F6B6B"/>
                        </a:solidFill>
                        <a:effectLst/>
                        <a:uLnTx/>
                        <a:uFillTx/>
                        <a:latin typeface="Golos UI Medium" panose="020B0604020202020204" pitchFamily="34" charset="-52"/>
                        <a:ea typeface="Roboto" panose="02000000000000000000" pitchFamily="2" charset="0"/>
                        <a:cs typeface="Golos UI Medium" panose="020B0604020202020204" pitchFamily="34" charset="-5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Golos UI Medium" panose="020B0604020202020204" pitchFamily="34" charset="-52"/>
                        <a:ea typeface="Roboto" panose="02000000000000000000" pitchFamily="2" charset="0"/>
                        <a:cs typeface="Golos UI Medium" panose="020B0604020202020204" pitchFamily="34" charset="-5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188269"/>
                  </a:ext>
                </a:extLst>
              </a:tr>
              <a:tr h="531810">
                <a:tc>
                  <a:txBody>
                    <a:bodyPr/>
                    <a:lstStyle/>
                    <a:p>
                      <a:pPr marL="0" marR="0" lvl="0" indent="0" algn="l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olos UI" panose="020B0504020202020204" pitchFamily="34" charset="-52"/>
                          <a:ea typeface="Roboto" panose="02000000000000000000" pitchFamily="2" charset="0"/>
                          <a:cs typeface="Golos UI" panose="020B0504020202020204" pitchFamily="34" charset="-52"/>
                        </a:rPr>
                        <a:t>*theme2*</a:t>
                      </a:r>
                      <a:endParaRPr kumimoji="0" lang="ru-RU" sz="1400" b="0" i="0" u="none" strike="noStrike" kern="1200" cap="none" spc="-4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olos UI" panose="020B0504020202020204" pitchFamily="34" charset="-52"/>
                        <a:ea typeface="Roboto" panose="02000000000000000000" pitchFamily="2" charset="0"/>
                        <a:cs typeface="Golos UI" panose="020B0504020202020204" pitchFamily="34" charset="-52"/>
                      </a:endParaRPr>
                    </a:p>
                  </a:txBody>
                  <a:tcPr marL="120268" marR="40089" marT="10608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Golos UI" panose="020B0504020202020204" pitchFamily="34" charset="-52"/>
                        <a:ea typeface="Golos UI VF" panose="020B0504020202020204" pitchFamily="34" charset="0"/>
                        <a:cs typeface="Golos UI" panose="020B0504020202020204" pitchFamily="34" charset="-52"/>
                      </a:endParaRPr>
                    </a:p>
                  </a:txBody>
                  <a:tcPr marL="120268" marR="40089" marT="10608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     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*top2*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olos UI Medium" panose="020B0604020202020204" pitchFamily="34" charset="-52"/>
                        <a:ea typeface="Golos UI VF" panose="020B0504020202020204" pitchFamily="34" charset="0"/>
                        <a:cs typeface="Golos UI Medium" panose="020B0604020202020204" pitchFamily="34" charset="-5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Golos UI Medium" panose="020B0604020202020204" pitchFamily="34" charset="-52"/>
                        <a:ea typeface="Roboto" panose="02000000000000000000" pitchFamily="2" charset="0"/>
                        <a:cs typeface="Golos UI Medium" panose="020B0604020202020204" pitchFamily="34" charset="-5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174124"/>
                  </a:ext>
                </a:extLst>
              </a:tr>
              <a:tr h="549486">
                <a:tc>
                  <a:txBody>
                    <a:bodyPr/>
                    <a:lstStyle/>
                    <a:p>
                      <a:pPr marL="0" marR="0" lvl="0" indent="0" algn="l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olos UI" panose="020B0504020202020204" pitchFamily="34" charset="-52"/>
                          <a:ea typeface="Roboto" panose="02000000000000000000" pitchFamily="2" charset="0"/>
                          <a:cs typeface="Golos UI" panose="020B0504020202020204" pitchFamily="34" charset="-52"/>
                        </a:rPr>
                        <a:t>*theme3*</a:t>
                      </a:r>
                      <a:endParaRPr kumimoji="0" lang="ru-RU" sz="1400" b="0" i="0" u="none" strike="noStrike" kern="1200" cap="none" spc="-4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olos UI" panose="020B0504020202020204" pitchFamily="34" charset="-52"/>
                        <a:ea typeface="Roboto" panose="02000000000000000000" pitchFamily="2" charset="0"/>
                        <a:cs typeface="Golos UI" panose="020B0504020202020204" pitchFamily="34" charset="-52"/>
                      </a:endParaRPr>
                    </a:p>
                  </a:txBody>
                  <a:tcPr marL="120268" marR="40089" marT="10608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pitchFamily="34" charset="-52"/>
                        <a:ea typeface="Golos UI VF" panose="020B0504020202020204" pitchFamily="34" charset="0"/>
                        <a:cs typeface="Golos UI Medium" panose="020B0604020202020204" pitchFamily="34" charset="-52"/>
                      </a:endParaRPr>
                    </a:p>
                  </a:txBody>
                  <a:tcPr marL="120268" marR="40089" marT="10608" marB="0" anchor="ctr">
                    <a:lnL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    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*top3*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Golos UI Medium" panose="020B0604020202020204" pitchFamily="34" charset="-52"/>
                        <a:ea typeface="+mn-ea"/>
                        <a:cs typeface="Golos UI Medium" panose="020B0604020202020204" pitchFamily="34" charset="-5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olos UI Medium" panose="020B0604020202020204" pitchFamily="34" charset="-52"/>
                        <a:ea typeface="+mn-ea"/>
                        <a:cs typeface="Golos UI Medium" panose="020B0604020202020204" pitchFamily="34" charset="-5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0894"/>
                  </a:ext>
                </a:extLst>
              </a:tr>
            </a:tbl>
          </a:graphicData>
        </a:graphic>
      </p:graphicFrame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B11EC980-0A29-4395-A577-AA4F592F9E86}"/>
              </a:ext>
            </a:extLst>
          </p:cNvPr>
          <p:cNvGrpSpPr/>
          <p:nvPr/>
        </p:nvGrpSpPr>
        <p:grpSpPr>
          <a:xfrm>
            <a:off x="783494" y="1758864"/>
            <a:ext cx="5150432" cy="1375957"/>
            <a:chOff x="608214" y="1482949"/>
            <a:chExt cx="4421054" cy="123560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FA0D00A-BF4B-4DDE-A8CA-5BD34A81D34F}"/>
                </a:ext>
              </a:extLst>
            </p:cNvPr>
            <p:cNvSpPr txBox="1"/>
            <p:nvPr/>
          </p:nvSpPr>
          <p:spPr>
            <a:xfrm>
              <a:off x="3029978" y="1672330"/>
              <a:ext cx="1120976" cy="10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509051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los UI Medium" panose="020B0604020202020204" pitchFamily="34" charset="-52"/>
                  <a:ea typeface="Roboto" panose="02000000000000000000" pitchFamily="2" charset="0"/>
                  <a:cs typeface="Golos UI Medium" panose="020B0604020202020204" pitchFamily="34" charset="-52"/>
                </a:rPr>
                <a:t>*</a:t>
              </a:r>
              <a:r>
                <a:rPr lang="en-US" sz="3200" dirty="0">
                  <a:solidFill>
                    <a:prstClr val="black"/>
                  </a:solidFill>
                  <a:latin typeface="Golos UI Medium" panose="020B0604020202020204" pitchFamily="34" charset="-52"/>
                  <a:ea typeface="Roboto" panose="02000000000000000000" pitchFamily="2" charset="0"/>
                  <a:cs typeface="Golos UI Medium" panose="020B0604020202020204" pitchFamily="34" charset="-52"/>
                </a:rPr>
                <a:t>*</a:t>
              </a:r>
              <a:r>
                <a:rPr lang="en-US" sz="3200" dirty="0" err="1">
                  <a:solidFill>
                    <a:prstClr val="black"/>
                  </a:solidFill>
                  <a:latin typeface="Golos UI Medium" panose="020B0604020202020204" pitchFamily="34" charset="-52"/>
                  <a:ea typeface="Roboto" panose="02000000000000000000" pitchFamily="2" charset="0"/>
                  <a:cs typeface="Golos UI Medium" panose="020B0604020202020204" pitchFamily="34" charset="-52"/>
                </a:rPr>
                <a:t>suci</a:t>
              </a:r>
              <a:r>
                <a:rPr lang="en-US" sz="3200" dirty="0">
                  <a:solidFill>
                    <a:prstClr val="black"/>
                  </a:solidFill>
                  <a:latin typeface="Golos UI Medium" panose="020B0604020202020204" pitchFamily="34" charset="-52"/>
                  <a:ea typeface="Roboto" panose="02000000000000000000" pitchFamily="2" charset="0"/>
                  <a:cs typeface="Golos UI Medium" panose="020B0604020202020204" pitchFamily="34" charset="-52"/>
                </a:rPr>
                <a:t>*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los UI Medium" panose="020B0604020202020204" pitchFamily="34" charset="-52"/>
                  <a:ea typeface="Roboto" panose="02000000000000000000" pitchFamily="2" charset="0"/>
                  <a:cs typeface="Golos UI Medium" panose="020B0604020202020204" pitchFamily="34" charset="-52"/>
                </a:rPr>
                <a:t> 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Roboto" panose="02000000000000000000" pitchFamily="2" charset="0"/>
                <a:cs typeface="Golos UI Medium" panose="020B0604020202020204" pitchFamily="34" charset="-52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D485E41-8E94-4120-BDF2-ABE6F6233416}"/>
                </a:ext>
              </a:extLst>
            </p:cNvPr>
            <p:cNvSpPr txBox="1"/>
            <p:nvPr/>
          </p:nvSpPr>
          <p:spPr>
            <a:xfrm>
              <a:off x="608214" y="1669674"/>
              <a:ext cx="1726037" cy="525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509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los UI Medium" panose="020B0604020202020204" pitchFamily="34" charset="-52"/>
                  <a:ea typeface="Golos UI VF" panose="020B0504020202020204" pitchFamily="34" charset="0"/>
                  <a:cs typeface="Golos UI Medium" panose="020B0604020202020204" pitchFamily="34" charset="-52"/>
                </a:rPr>
                <a:t>*all*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UI VF" panose="020B0504020202020204" pitchFamily="34" charset="0"/>
                <a:cs typeface="Golos UI Medium" panose="020B0604020202020204" pitchFamily="34" charset="-52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B85B170-E83D-4CE8-8236-2F17705C690E}"/>
                </a:ext>
              </a:extLst>
            </p:cNvPr>
            <p:cNvSpPr txBox="1"/>
            <p:nvPr/>
          </p:nvSpPr>
          <p:spPr>
            <a:xfrm>
              <a:off x="1979979" y="1809834"/>
              <a:ext cx="1097839" cy="359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509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000" dirty="0">
                  <a:solidFill>
                    <a:srgbClr val="000000"/>
                  </a:solidFill>
                  <a:latin typeface="Golos UI Medium" panose="020B0604020202020204" pitchFamily="34" charset="-52"/>
                  <a:cs typeface="Golos UI Medium" panose="020B0604020202020204" pitchFamily="34" charset="-52"/>
                </a:rPr>
                <a:t> </a:t>
              </a:r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Golos UI Medium" panose="020B0604020202020204" charset="-52"/>
                  <a:cs typeface="Golos UI Medium" panose="020B0604020202020204" charset="-52"/>
                </a:rPr>
                <a:t>*</a:t>
              </a:r>
              <a:r>
                <a:rPr lang="en-US" sz="2000" dirty="0" err="1">
                  <a:solidFill>
                    <a:srgbClr val="000000"/>
                  </a:solidFill>
                  <a:latin typeface="Golos UI Medium" panose="020B0604020202020204" charset="-52"/>
                  <a:cs typeface="Golos UI Medium" panose="020B0604020202020204" charset="-52"/>
                </a:rPr>
                <a:t>allper</a:t>
              </a:r>
              <a:r>
                <a:rPr lang="en-US" sz="2000" dirty="0">
                  <a:solidFill>
                    <a:srgbClr val="000000"/>
                  </a:solidFill>
                  <a:latin typeface="Golos UI Medium" panose="020B0604020202020204" charset="-52"/>
                  <a:cs typeface="Golos UI Medium" panose="020B0604020202020204" charset="-52"/>
                </a:rPr>
                <a:t>*</a:t>
              </a:r>
              <a:endParaRPr kumimoji="0" lang="ru-RU" sz="200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los UI Medium" panose="020B0604020202020204" pitchFamily="34" charset="-52"/>
                <a:ea typeface="Roboto" panose="02000000000000000000" pitchFamily="2" charset="0"/>
                <a:cs typeface="Golos UI Medium" panose="020B0604020202020204" pitchFamily="34" charset="-52"/>
              </a:endParaRPr>
            </a:p>
          </p:txBody>
        </p: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5348C264-1F78-449D-AF27-468533933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5887" y="1724171"/>
              <a:ext cx="0" cy="486559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A86738E-C214-4D8D-B92B-E9ECEDE09208}"/>
                </a:ext>
              </a:extLst>
            </p:cNvPr>
            <p:cNvSpPr txBox="1"/>
            <p:nvPr/>
          </p:nvSpPr>
          <p:spPr>
            <a:xfrm>
              <a:off x="4095495" y="1482949"/>
              <a:ext cx="933773" cy="891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09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6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los UI Medium" panose="020B0604020202020204" pitchFamily="34" charset="-52"/>
                  <a:ea typeface="Golos UI VF" panose="020B0504020202020204" pitchFamily="34" charset="0"/>
                  <a:cs typeface="Golos UI Medium" panose="020B0604020202020204" pitchFamily="34" charset="-52"/>
                </a:rPr>
                <a:t>Удельное количество  в пересчёте на 1 000 жителей</a:t>
              </a:r>
            </a:p>
          </p:txBody>
        </p:sp>
      </p:grpSp>
      <p:graphicFrame>
        <p:nvGraphicFramePr>
          <p:cNvPr id="72" name="Таблица 16">
            <a:extLst>
              <a:ext uri="{FF2B5EF4-FFF2-40B4-BE49-F238E27FC236}">
                <a16:creationId xmlns:a16="http://schemas.microsoft.com/office/drawing/2014/main" id="{355A427B-E1E2-45C1-9A0F-0D3B380F2FE9}"/>
              </a:ext>
            </a:extLst>
          </p:cNvPr>
          <p:cNvGraphicFramePr>
            <a:graphicFrameLocks noGrp="1"/>
          </p:cNvGraphicFramePr>
          <p:nvPr/>
        </p:nvGraphicFramePr>
        <p:xfrm>
          <a:off x="783494" y="1336476"/>
          <a:ext cx="5263839" cy="4139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3839">
                  <a:extLst>
                    <a:ext uri="{9D8B030D-6E8A-4147-A177-3AD203B41FA5}">
                      <a16:colId xmlns:a16="http://schemas.microsoft.com/office/drawing/2014/main" val="1896407207"/>
                    </a:ext>
                  </a:extLst>
                </a:gridCol>
              </a:tblGrid>
              <a:tr h="413996">
                <a:tc>
                  <a:txBody>
                    <a:bodyPr/>
                    <a:lstStyle/>
                    <a:p>
                      <a:pPr algn="l" defTabSz="457209">
                        <a:defRPr/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Общее количество обращений</a:t>
                      </a:r>
                    </a:p>
                  </a:txBody>
                  <a:tcPr marL="101827" marR="101827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3281214"/>
                  </a:ext>
                </a:extLst>
              </a:tr>
            </a:tbl>
          </a:graphicData>
        </a:graphic>
      </p:graphicFrame>
      <p:graphicFrame>
        <p:nvGraphicFramePr>
          <p:cNvPr id="73" name="Таблица 16">
            <a:extLst>
              <a:ext uri="{FF2B5EF4-FFF2-40B4-BE49-F238E27FC236}">
                <a16:creationId xmlns:a16="http://schemas.microsoft.com/office/drawing/2014/main" id="{2BBAE0C6-132C-42A9-AA1C-EA75F2EE7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917230"/>
              </p:ext>
            </p:extLst>
          </p:nvPr>
        </p:nvGraphicFramePr>
        <p:xfrm>
          <a:off x="550227" y="8125022"/>
          <a:ext cx="5263839" cy="4139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3839">
                  <a:extLst>
                    <a:ext uri="{9D8B030D-6E8A-4147-A177-3AD203B41FA5}">
                      <a16:colId xmlns:a16="http://schemas.microsoft.com/office/drawing/2014/main" val="1896407207"/>
                    </a:ext>
                  </a:extLst>
                </a:gridCol>
              </a:tblGrid>
              <a:tr h="413996">
                <a:tc>
                  <a:txBody>
                    <a:bodyPr/>
                    <a:lstStyle/>
                    <a:p>
                      <a:pPr algn="l" defTabSz="457209">
                        <a:defRPr/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Основные темы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 </a:t>
                      </a:r>
                      <a:r>
                        <a:rPr lang="en-US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(</a:t>
                      </a:r>
                      <a:r>
                        <a:rPr lang="ru-RU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наибольшее количество обращений</a:t>
                      </a:r>
                      <a:r>
                        <a:rPr lang="en-US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)</a:t>
                      </a:r>
                      <a:endParaRPr lang="ru-RU" sz="1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Golos UI Medium" panose="020B0604020202020204" pitchFamily="34" charset="-52"/>
                        <a:ea typeface="Golos UI VF" panose="020B0504020202020204" pitchFamily="34" charset="0"/>
                        <a:cs typeface="Golos UI Medium" panose="020B0604020202020204" pitchFamily="34" charset="-52"/>
                      </a:endParaRPr>
                    </a:p>
                  </a:txBody>
                  <a:tcPr marL="101827" marR="101827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3281214"/>
                  </a:ext>
                </a:extLst>
              </a:tr>
            </a:tbl>
          </a:graphicData>
        </a:graphic>
      </p:graphicFrame>
      <p:sp>
        <p:nvSpPr>
          <p:cNvPr id="77" name="Овал 76">
            <a:extLst>
              <a:ext uri="{FF2B5EF4-FFF2-40B4-BE49-F238E27FC236}">
                <a16:creationId xmlns:a16="http://schemas.microsoft.com/office/drawing/2014/main" id="{FAAD00A1-86E1-45B9-B519-BDDB4B3AF45F}"/>
              </a:ext>
            </a:extLst>
          </p:cNvPr>
          <p:cNvSpPr/>
          <p:nvPr/>
        </p:nvSpPr>
        <p:spPr>
          <a:xfrm>
            <a:off x="8843236" y="6579228"/>
            <a:ext cx="1002232" cy="1002232"/>
          </a:xfrm>
          <a:prstGeom prst="ellipse">
            <a:avLst/>
          </a:prstGeom>
          <a:solidFill>
            <a:srgbClr val="8FAADC">
              <a:alpha val="35686"/>
            </a:srgb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78" name="Таблица 77">
            <a:extLst>
              <a:ext uri="{FF2B5EF4-FFF2-40B4-BE49-F238E27FC236}">
                <a16:creationId xmlns:a16="http://schemas.microsoft.com/office/drawing/2014/main" id="{1F79DFEC-3406-4CE3-A25A-9A7E34365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744835"/>
              </p:ext>
            </p:extLst>
          </p:nvPr>
        </p:nvGraphicFramePr>
        <p:xfrm>
          <a:off x="8888103" y="6722859"/>
          <a:ext cx="944302" cy="786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44302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73364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zci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10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zpe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45960723-608F-4945-8A36-3906711FBAD8}"/>
              </a:ext>
            </a:extLst>
          </p:cNvPr>
          <p:cNvSpPr/>
          <p:nvPr/>
        </p:nvSpPr>
        <p:spPr>
          <a:xfrm>
            <a:off x="9028890" y="6232278"/>
            <a:ext cx="626825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ЗАО</a:t>
            </a:r>
          </a:p>
        </p:txBody>
      </p:sp>
      <p:sp>
        <p:nvSpPr>
          <p:cNvPr id="80" name="Овал 79">
            <a:extLst>
              <a:ext uri="{FF2B5EF4-FFF2-40B4-BE49-F238E27FC236}">
                <a16:creationId xmlns:a16="http://schemas.microsoft.com/office/drawing/2014/main" id="{EA94FC28-6CCC-4D36-BDD6-9C91317A0434}"/>
              </a:ext>
            </a:extLst>
          </p:cNvPr>
          <p:cNvSpPr/>
          <p:nvPr/>
        </p:nvSpPr>
        <p:spPr>
          <a:xfrm>
            <a:off x="8905420" y="4910290"/>
            <a:ext cx="1002232" cy="1002232"/>
          </a:xfrm>
          <a:prstGeom prst="ellipse">
            <a:avLst/>
          </a:prstGeom>
          <a:solidFill>
            <a:schemeClr val="accent1">
              <a:lumMod val="60000"/>
              <a:lumOff val="40000"/>
              <a:alpha val="36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81" name="Таблица 80">
            <a:extLst>
              <a:ext uri="{FF2B5EF4-FFF2-40B4-BE49-F238E27FC236}">
                <a16:creationId xmlns:a16="http://schemas.microsoft.com/office/drawing/2014/main" id="{242AFE6B-2B75-4697-A16B-7314B3E8E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860893"/>
              </p:ext>
            </p:extLst>
          </p:nvPr>
        </p:nvGraphicFramePr>
        <p:xfrm>
          <a:off x="9002582" y="5033660"/>
          <a:ext cx="829823" cy="786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9823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73364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szci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10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szpe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DF7B1026-C786-4D55-AE9E-64C214AB8719}"/>
              </a:ext>
            </a:extLst>
          </p:cNvPr>
          <p:cNvSpPr/>
          <p:nvPr/>
        </p:nvSpPr>
        <p:spPr>
          <a:xfrm>
            <a:off x="8994144" y="4539344"/>
            <a:ext cx="774583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СЗАО</a:t>
            </a:r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EBAF3B7C-6DC0-4873-91D9-E1E7A5BAE340}"/>
              </a:ext>
            </a:extLst>
          </p:cNvPr>
          <p:cNvSpPr/>
          <p:nvPr/>
        </p:nvSpPr>
        <p:spPr>
          <a:xfrm>
            <a:off x="12623819" y="6003084"/>
            <a:ext cx="1002232" cy="1002232"/>
          </a:xfrm>
          <a:prstGeom prst="ellipse">
            <a:avLst/>
          </a:prstGeom>
          <a:solidFill>
            <a:schemeClr val="accent1">
              <a:lumMod val="60000"/>
              <a:lumOff val="40000"/>
              <a:alpha val="35686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84" name="Таблица 83">
            <a:extLst>
              <a:ext uri="{FF2B5EF4-FFF2-40B4-BE49-F238E27FC236}">
                <a16:creationId xmlns:a16="http://schemas.microsoft.com/office/drawing/2014/main" id="{D5543C17-23BD-44C7-AB5E-768C42F37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456653"/>
              </p:ext>
            </p:extLst>
          </p:nvPr>
        </p:nvGraphicFramePr>
        <p:xfrm>
          <a:off x="12694516" y="6124246"/>
          <a:ext cx="860838" cy="7840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60838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73364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vci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10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vpe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2BED5848-DC99-4CED-B6CE-68850C1A0074}"/>
              </a:ext>
            </a:extLst>
          </p:cNvPr>
          <p:cNvSpPr/>
          <p:nvPr/>
        </p:nvSpPr>
        <p:spPr>
          <a:xfrm>
            <a:off x="12783609" y="5611052"/>
            <a:ext cx="639236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ВАО</a:t>
            </a: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DE9B7FD4-050B-4992-8861-7E74E3B3174D}"/>
              </a:ext>
            </a:extLst>
          </p:cNvPr>
          <p:cNvSpPr/>
          <p:nvPr/>
        </p:nvSpPr>
        <p:spPr>
          <a:xfrm>
            <a:off x="11936972" y="4608850"/>
            <a:ext cx="962143" cy="962143"/>
          </a:xfrm>
          <a:prstGeom prst="ellipse">
            <a:avLst/>
          </a:prstGeom>
          <a:solidFill>
            <a:schemeClr val="accent1">
              <a:lumMod val="60000"/>
              <a:lumOff val="40000"/>
              <a:alpha val="35686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87" name="Таблица 86">
            <a:extLst>
              <a:ext uri="{FF2B5EF4-FFF2-40B4-BE49-F238E27FC236}">
                <a16:creationId xmlns:a16="http://schemas.microsoft.com/office/drawing/2014/main" id="{6735028E-C897-4C81-8152-8756625BD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162391"/>
              </p:ext>
            </p:extLst>
          </p:nvPr>
        </p:nvGraphicFramePr>
        <p:xfrm>
          <a:off x="11874890" y="4701204"/>
          <a:ext cx="1107905" cy="7522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7905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58560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svci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3601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svpe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1BA12041-EF32-46D1-8D07-999004C3E2BA}"/>
              </a:ext>
            </a:extLst>
          </p:cNvPr>
          <p:cNvSpPr/>
          <p:nvPr/>
        </p:nvSpPr>
        <p:spPr>
          <a:xfrm>
            <a:off x="12035346" y="4203975"/>
            <a:ext cx="786994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СВАО</a:t>
            </a:r>
            <a:endParaRPr kumimoji="0" lang="ru-RU" sz="200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Golos Text DemiBold" panose="020B0703020202020204" pitchFamily="34" charset="0"/>
              <a:cs typeface="Golos UI Medium" panose="020B0604020202020204" pitchFamily="34" charset="-52"/>
            </a:endParaRPr>
          </a:p>
        </p:txBody>
      </p:sp>
      <p:sp>
        <p:nvSpPr>
          <p:cNvPr id="89" name="Овал 88">
            <a:extLst>
              <a:ext uri="{FF2B5EF4-FFF2-40B4-BE49-F238E27FC236}">
                <a16:creationId xmlns:a16="http://schemas.microsoft.com/office/drawing/2014/main" id="{68A960D9-1DCD-4EFB-ACE5-A7132B3ACAE2}"/>
              </a:ext>
            </a:extLst>
          </p:cNvPr>
          <p:cNvSpPr/>
          <p:nvPr/>
        </p:nvSpPr>
        <p:spPr>
          <a:xfrm>
            <a:off x="10285193" y="3934656"/>
            <a:ext cx="1002232" cy="1002232"/>
          </a:xfrm>
          <a:prstGeom prst="ellipse">
            <a:avLst/>
          </a:prstGeom>
          <a:solidFill>
            <a:srgbClr val="8FAADC">
              <a:alpha val="36000"/>
            </a:srgb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90" name="Таблица 89">
            <a:extLst>
              <a:ext uri="{FF2B5EF4-FFF2-40B4-BE49-F238E27FC236}">
                <a16:creationId xmlns:a16="http://schemas.microsoft.com/office/drawing/2014/main" id="{06D9127C-F8BE-464C-A0DD-709FB94C2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96847"/>
              </p:ext>
            </p:extLst>
          </p:nvPr>
        </p:nvGraphicFramePr>
        <p:xfrm>
          <a:off x="10346359" y="4059610"/>
          <a:ext cx="897967" cy="7840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7967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73364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*sci*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10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Golos UI Medium" panose="020B0604020202020204" charset="-52"/>
                        </a:rPr>
                        <a:t>spe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1E983FA4-BA77-42F9-B7FB-97C1BBC2E8EC}"/>
              </a:ext>
            </a:extLst>
          </p:cNvPr>
          <p:cNvSpPr/>
          <p:nvPr/>
        </p:nvSpPr>
        <p:spPr>
          <a:xfrm>
            <a:off x="10455481" y="3583434"/>
            <a:ext cx="634312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САО</a:t>
            </a:r>
            <a:endParaRPr kumimoji="0" lang="ru-RU" sz="200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Golos Text DemiBold" panose="020B0703020202020204" pitchFamily="34" charset="0"/>
              <a:cs typeface="Golos UI Medium" panose="020B0604020202020204" pitchFamily="34" charset="-52"/>
            </a:endParaRPr>
          </a:p>
        </p:txBody>
      </p:sp>
      <p:cxnSp>
        <p:nvCxnSpPr>
          <p:cNvPr id="92" name="Прямая соединительная линия 91">
            <a:extLst>
              <a:ext uri="{FF2B5EF4-FFF2-40B4-BE49-F238E27FC236}">
                <a16:creationId xmlns:a16="http://schemas.microsoft.com/office/drawing/2014/main" id="{C2B484DB-7336-484C-BF7F-87AF0AB4BEFE}"/>
              </a:ext>
            </a:extLst>
          </p:cNvPr>
          <p:cNvCxnSpPr>
            <a:cxnSpLocks/>
            <a:stCxn id="80" idx="2"/>
            <a:endCxn id="80" idx="6"/>
          </p:cNvCxnSpPr>
          <p:nvPr/>
        </p:nvCxnSpPr>
        <p:spPr>
          <a:xfrm>
            <a:off x="8905420" y="5411406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66605CF6-4E2E-4E78-9F40-701A84EC1904}"/>
              </a:ext>
            </a:extLst>
          </p:cNvPr>
          <p:cNvCxnSpPr>
            <a:cxnSpLocks/>
            <a:stCxn id="89" idx="2"/>
            <a:endCxn id="89" idx="6"/>
          </p:cNvCxnSpPr>
          <p:nvPr/>
        </p:nvCxnSpPr>
        <p:spPr>
          <a:xfrm>
            <a:off x="10285193" y="4435772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93">
            <a:extLst>
              <a:ext uri="{FF2B5EF4-FFF2-40B4-BE49-F238E27FC236}">
                <a16:creationId xmlns:a16="http://schemas.microsoft.com/office/drawing/2014/main" id="{60A07ACC-07AF-437E-BEA7-80EADDB93687}"/>
              </a:ext>
            </a:extLst>
          </p:cNvPr>
          <p:cNvCxnSpPr>
            <a:cxnSpLocks/>
            <a:stCxn id="86" idx="2"/>
            <a:endCxn id="86" idx="6"/>
          </p:cNvCxnSpPr>
          <p:nvPr/>
        </p:nvCxnSpPr>
        <p:spPr>
          <a:xfrm>
            <a:off x="11936972" y="5089922"/>
            <a:ext cx="96214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единительная линия 94">
            <a:extLst>
              <a:ext uri="{FF2B5EF4-FFF2-40B4-BE49-F238E27FC236}">
                <a16:creationId xmlns:a16="http://schemas.microsoft.com/office/drawing/2014/main" id="{C038D7FA-E720-4B52-B292-4EFC1CE620EF}"/>
              </a:ext>
            </a:extLst>
          </p:cNvPr>
          <p:cNvCxnSpPr>
            <a:cxnSpLocks/>
            <a:stCxn id="83" idx="2"/>
            <a:endCxn id="83" idx="6"/>
          </p:cNvCxnSpPr>
          <p:nvPr/>
        </p:nvCxnSpPr>
        <p:spPr>
          <a:xfrm>
            <a:off x="12623819" y="6504199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Овал 95">
            <a:extLst>
              <a:ext uri="{FF2B5EF4-FFF2-40B4-BE49-F238E27FC236}">
                <a16:creationId xmlns:a16="http://schemas.microsoft.com/office/drawing/2014/main" id="{A607FDB9-FFD6-48DA-8A37-DAEC34ED26C2}"/>
              </a:ext>
            </a:extLst>
          </p:cNvPr>
          <p:cNvSpPr/>
          <p:nvPr/>
        </p:nvSpPr>
        <p:spPr>
          <a:xfrm>
            <a:off x="6542167" y="1993567"/>
            <a:ext cx="1002232" cy="1002232"/>
          </a:xfrm>
          <a:prstGeom prst="ellipse">
            <a:avLst/>
          </a:prstGeom>
          <a:solidFill>
            <a:schemeClr val="accent1">
              <a:lumMod val="60000"/>
              <a:lumOff val="40000"/>
              <a:alpha val="36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97" name="Таблица 96">
            <a:extLst>
              <a:ext uri="{FF2B5EF4-FFF2-40B4-BE49-F238E27FC236}">
                <a16:creationId xmlns:a16="http://schemas.microsoft.com/office/drawing/2014/main" id="{CF49EB0B-10D2-4FC2-A044-0B786649B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997975"/>
              </p:ext>
            </p:extLst>
          </p:nvPr>
        </p:nvGraphicFramePr>
        <p:xfrm>
          <a:off x="6572605" y="2101258"/>
          <a:ext cx="941355" cy="786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41355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73364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zeci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10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zepe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75C4E762-B466-4638-AC48-E7EA7E8FDDB2}"/>
              </a:ext>
            </a:extLst>
          </p:cNvPr>
          <p:cNvSpPr/>
          <p:nvPr/>
        </p:nvSpPr>
        <p:spPr>
          <a:xfrm>
            <a:off x="6603044" y="3054671"/>
            <a:ext cx="881298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ЗелАО</a:t>
            </a:r>
            <a:endParaRPr kumimoji="0" lang="ru-RU" sz="178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Golos Text DemiBold" panose="020B0703020202020204" pitchFamily="34" charset="0"/>
              <a:cs typeface="Golos UI Medium" panose="020B0604020202020204" pitchFamily="34" charset="-52"/>
            </a:endParaRPr>
          </a:p>
        </p:txBody>
      </p:sp>
      <p:cxnSp>
        <p:nvCxnSpPr>
          <p:cNvPr id="115" name="Прямая соединительная линия 114">
            <a:extLst>
              <a:ext uri="{FF2B5EF4-FFF2-40B4-BE49-F238E27FC236}">
                <a16:creationId xmlns:a16="http://schemas.microsoft.com/office/drawing/2014/main" id="{CD924B7F-B2F1-4EEB-9E52-4BA8C296E9C3}"/>
              </a:ext>
            </a:extLst>
          </p:cNvPr>
          <p:cNvCxnSpPr>
            <a:cxnSpLocks/>
            <a:stCxn id="96" idx="2"/>
            <a:endCxn id="96" idx="6"/>
          </p:cNvCxnSpPr>
          <p:nvPr/>
        </p:nvCxnSpPr>
        <p:spPr>
          <a:xfrm>
            <a:off x="6542167" y="2494682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2BF33055-4C17-402B-BA1E-4F0633D0F89D}"/>
              </a:ext>
            </a:extLst>
          </p:cNvPr>
          <p:cNvSpPr/>
          <p:nvPr/>
        </p:nvSpPr>
        <p:spPr>
          <a:xfrm>
            <a:off x="13214290" y="1239339"/>
            <a:ext cx="189198" cy="410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A3D15784-A29A-4ED7-9900-8869B43F4056}"/>
              </a:ext>
            </a:extLst>
          </p:cNvPr>
          <p:cNvSpPr/>
          <p:nvPr/>
        </p:nvSpPr>
        <p:spPr>
          <a:xfrm>
            <a:off x="6357553" y="1335384"/>
            <a:ext cx="8029270" cy="410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181" marR="0" lvl="0" indent="0" algn="l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UI VF" panose="020B0504020202020204" pitchFamily="34" charset="0"/>
                <a:cs typeface="Golos UI Medium" panose="020B0604020202020204" pitchFamily="34" charset="-52"/>
              </a:rPr>
              <a:t>Распределение обращений по территориальному признаку</a:t>
            </a:r>
          </a:p>
        </p:txBody>
      </p:sp>
      <p:sp>
        <p:nvSpPr>
          <p:cNvPr id="119" name="Овал 118">
            <a:extLst>
              <a:ext uri="{FF2B5EF4-FFF2-40B4-BE49-F238E27FC236}">
                <a16:creationId xmlns:a16="http://schemas.microsoft.com/office/drawing/2014/main" id="{06EEBDC7-A6DE-4D75-A806-B7E14B302B15}"/>
              </a:ext>
            </a:extLst>
          </p:cNvPr>
          <p:cNvSpPr/>
          <p:nvPr/>
        </p:nvSpPr>
        <p:spPr>
          <a:xfrm>
            <a:off x="8411948" y="9385326"/>
            <a:ext cx="1002232" cy="1002232"/>
          </a:xfrm>
          <a:prstGeom prst="ellipse">
            <a:avLst/>
          </a:prstGeom>
          <a:solidFill>
            <a:schemeClr val="accent1">
              <a:lumMod val="60000"/>
              <a:lumOff val="40000"/>
              <a:alpha val="36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C73F65A-D156-4C42-8559-35BC7A40D49A}"/>
              </a:ext>
            </a:extLst>
          </p:cNvPr>
          <p:cNvSpPr/>
          <p:nvPr/>
        </p:nvSpPr>
        <p:spPr>
          <a:xfrm>
            <a:off x="8481021" y="9041349"/>
            <a:ext cx="914396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ТиНАО</a:t>
            </a:r>
            <a:endParaRPr kumimoji="0" lang="ru-RU" sz="178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Golos Text DemiBold" panose="020B0703020202020204" pitchFamily="34" charset="0"/>
              <a:cs typeface="Golos UI Medium" panose="020B0604020202020204" pitchFamily="34" charset="-52"/>
            </a:endParaRPr>
          </a:p>
        </p:txBody>
      </p:sp>
      <p:cxnSp>
        <p:nvCxnSpPr>
          <p:cNvPr id="130" name="Прямая соединительная линия 129">
            <a:extLst>
              <a:ext uri="{FF2B5EF4-FFF2-40B4-BE49-F238E27FC236}">
                <a16:creationId xmlns:a16="http://schemas.microsoft.com/office/drawing/2014/main" id="{0156026A-FFAF-40DF-BF1A-E34F1E896D16}"/>
              </a:ext>
            </a:extLst>
          </p:cNvPr>
          <p:cNvCxnSpPr/>
          <p:nvPr/>
        </p:nvCxnSpPr>
        <p:spPr>
          <a:xfrm>
            <a:off x="8404303" y="9948105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1" name="Таблица 130">
            <a:extLst>
              <a:ext uri="{FF2B5EF4-FFF2-40B4-BE49-F238E27FC236}">
                <a16:creationId xmlns:a16="http://schemas.microsoft.com/office/drawing/2014/main" id="{FF3734B7-D8D1-4DDC-B7D7-0854BB30B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552916"/>
              </p:ext>
            </p:extLst>
          </p:nvPr>
        </p:nvGraphicFramePr>
        <p:xfrm>
          <a:off x="8455866" y="9540423"/>
          <a:ext cx="914396" cy="786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4396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73364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tici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10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tipe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139" name="Овал 138">
            <a:extLst>
              <a:ext uri="{FF2B5EF4-FFF2-40B4-BE49-F238E27FC236}">
                <a16:creationId xmlns:a16="http://schemas.microsoft.com/office/drawing/2014/main" id="{71FADA81-337E-424F-B77A-66BBB42CF079}"/>
              </a:ext>
            </a:extLst>
          </p:cNvPr>
          <p:cNvSpPr/>
          <p:nvPr/>
        </p:nvSpPr>
        <p:spPr>
          <a:xfrm>
            <a:off x="10823073" y="6125400"/>
            <a:ext cx="1002232" cy="1002232"/>
          </a:xfrm>
          <a:prstGeom prst="ellipse">
            <a:avLst/>
          </a:prstGeom>
          <a:solidFill>
            <a:srgbClr val="8FAADC">
              <a:alpha val="36000"/>
            </a:srgb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140" name="Таблица 139">
            <a:extLst>
              <a:ext uri="{FF2B5EF4-FFF2-40B4-BE49-F238E27FC236}">
                <a16:creationId xmlns:a16="http://schemas.microsoft.com/office/drawing/2014/main" id="{5C685048-8CBD-4691-98DC-DA83CE354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304985"/>
              </p:ext>
            </p:extLst>
          </p:nvPr>
        </p:nvGraphicFramePr>
        <p:xfrm>
          <a:off x="10863866" y="6241189"/>
          <a:ext cx="961439" cy="786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1439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73364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*cci*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10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cpe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8E58418D-86A7-46FA-86AD-209B481250DA}"/>
              </a:ext>
            </a:extLst>
          </p:cNvPr>
          <p:cNvSpPr/>
          <p:nvPr/>
        </p:nvSpPr>
        <p:spPr>
          <a:xfrm>
            <a:off x="10994624" y="5771080"/>
            <a:ext cx="654735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ЦАО</a:t>
            </a:r>
          </a:p>
        </p:txBody>
      </p:sp>
      <p:cxnSp>
        <p:nvCxnSpPr>
          <p:cNvPr id="142" name="Прямая соединительная линия 141">
            <a:extLst>
              <a:ext uri="{FF2B5EF4-FFF2-40B4-BE49-F238E27FC236}">
                <a16:creationId xmlns:a16="http://schemas.microsoft.com/office/drawing/2014/main" id="{0A5270F4-A3B2-475F-A76A-23D7F8FE0302}"/>
              </a:ext>
            </a:extLst>
          </p:cNvPr>
          <p:cNvCxnSpPr>
            <a:cxnSpLocks/>
          </p:cNvCxnSpPr>
          <p:nvPr/>
        </p:nvCxnSpPr>
        <p:spPr>
          <a:xfrm>
            <a:off x="10823073" y="6632666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Овал 142">
            <a:extLst>
              <a:ext uri="{FF2B5EF4-FFF2-40B4-BE49-F238E27FC236}">
                <a16:creationId xmlns:a16="http://schemas.microsoft.com/office/drawing/2014/main" id="{6FF99247-4331-4826-9F12-ADF9DC91B2FC}"/>
              </a:ext>
            </a:extLst>
          </p:cNvPr>
          <p:cNvSpPr/>
          <p:nvPr/>
        </p:nvSpPr>
        <p:spPr>
          <a:xfrm>
            <a:off x="9785633" y="8045844"/>
            <a:ext cx="1002232" cy="1002232"/>
          </a:xfrm>
          <a:prstGeom prst="ellipse">
            <a:avLst/>
          </a:prstGeom>
          <a:solidFill>
            <a:srgbClr val="8FAADC">
              <a:alpha val="35686"/>
            </a:srgb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144" name="Таблица 143">
            <a:extLst>
              <a:ext uri="{FF2B5EF4-FFF2-40B4-BE49-F238E27FC236}">
                <a16:creationId xmlns:a16="http://schemas.microsoft.com/office/drawing/2014/main" id="{25C153F3-06E4-4010-9EEE-840CDE372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609039"/>
              </p:ext>
            </p:extLst>
          </p:nvPr>
        </p:nvGraphicFramePr>
        <p:xfrm>
          <a:off x="9800771" y="8184718"/>
          <a:ext cx="998686" cy="8114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98686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86409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yzci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250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yzpe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AFB41112-ECB6-44A1-A976-17FE7EBEE9DA}"/>
              </a:ext>
            </a:extLst>
          </p:cNvPr>
          <p:cNvSpPr/>
          <p:nvPr/>
        </p:nvSpPr>
        <p:spPr>
          <a:xfrm>
            <a:off x="9884271" y="7730802"/>
            <a:ext cx="830403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ЮЗАО</a:t>
            </a:r>
          </a:p>
        </p:txBody>
      </p:sp>
      <p:cxnSp>
        <p:nvCxnSpPr>
          <p:cNvPr id="146" name="Прямая соединительная линия 145">
            <a:extLst>
              <a:ext uri="{FF2B5EF4-FFF2-40B4-BE49-F238E27FC236}">
                <a16:creationId xmlns:a16="http://schemas.microsoft.com/office/drawing/2014/main" id="{32880513-E201-4DEC-A978-0AFE00FCE149}"/>
              </a:ext>
            </a:extLst>
          </p:cNvPr>
          <p:cNvCxnSpPr>
            <a:cxnSpLocks/>
            <a:stCxn id="143" idx="2"/>
            <a:endCxn id="143" idx="6"/>
          </p:cNvCxnSpPr>
          <p:nvPr/>
        </p:nvCxnSpPr>
        <p:spPr>
          <a:xfrm>
            <a:off x="9785633" y="8546959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Овал 146">
            <a:extLst>
              <a:ext uri="{FF2B5EF4-FFF2-40B4-BE49-F238E27FC236}">
                <a16:creationId xmlns:a16="http://schemas.microsoft.com/office/drawing/2014/main" id="{9843E33B-C7B8-4F3A-A610-2BA222147635}"/>
              </a:ext>
            </a:extLst>
          </p:cNvPr>
          <p:cNvSpPr/>
          <p:nvPr/>
        </p:nvSpPr>
        <p:spPr>
          <a:xfrm>
            <a:off x="11329431" y="8702502"/>
            <a:ext cx="1002232" cy="1002232"/>
          </a:xfrm>
          <a:prstGeom prst="ellipse">
            <a:avLst/>
          </a:prstGeom>
          <a:solidFill>
            <a:schemeClr val="accent1">
              <a:lumMod val="60000"/>
              <a:lumOff val="40000"/>
              <a:alpha val="36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148" name="Таблица 147">
            <a:extLst>
              <a:ext uri="{FF2B5EF4-FFF2-40B4-BE49-F238E27FC236}">
                <a16:creationId xmlns:a16="http://schemas.microsoft.com/office/drawing/2014/main" id="{7AF41763-78B6-4C6C-A1B1-F963460F5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96522"/>
              </p:ext>
            </p:extLst>
          </p:nvPr>
        </p:nvGraphicFramePr>
        <p:xfrm>
          <a:off x="11378485" y="8838437"/>
          <a:ext cx="962143" cy="786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2143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73364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yci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10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ype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166495AC-C5FD-436A-A001-F195322F1A3E}"/>
              </a:ext>
            </a:extLst>
          </p:cNvPr>
          <p:cNvSpPr/>
          <p:nvPr/>
        </p:nvSpPr>
        <p:spPr>
          <a:xfrm>
            <a:off x="11490263" y="8402729"/>
            <a:ext cx="685272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ЮАО</a:t>
            </a:r>
          </a:p>
        </p:txBody>
      </p: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83870096-D181-40E6-B2E4-5543EB47B9EA}"/>
              </a:ext>
            </a:extLst>
          </p:cNvPr>
          <p:cNvCxnSpPr>
            <a:cxnSpLocks/>
            <a:stCxn id="147" idx="2"/>
            <a:endCxn id="147" idx="6"/>
          </p:cNvCxnSpPr>
          <p:nvPr/>
        </p:nvCxnSpPr>
        <p:spPr>
          <a:xfrm>
            <a:off x="11329431" y="9203618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Овал 150">
            <a:extLst>
              <a:ext uri="{FF2B5EF4-FFF2-40B4-BE49-F238E27FC236}">
                <a16:creationId xmlns:a16="http://schemas.microsoft.com/office/drawing/2014/main" id="{AD1D9577-0614-4BF6-B4B1-90407394149A}"/>
              </a:ext>
            </a:extLst>
          </p:cNvPr>
          <p:cNvSpPr/>
          <p:nvPr/>
        </p:nvSpPr>
        <p:spPr>
          <a:xfrm>
            <a:off x="12398000" y="7660775"/>
            <a:ext cx="1002232" cy="1002232"/>
          </a:xfrm>
          <a:prstGeom prst="ellipse">
            <a:avLst/>
          </a:prstGeom>
          <a:solidFill>
            <a:schemeClr val="accent1">
              <a:lumMod val="60000"/>
              <a:lumOff val="40000"/>
              <a:alpha val="36000"/>
            </a:schemeClr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827" tIns="50913" rIns="101827" bIns="509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9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+mn-ea"/>
              <a:cs typeface="Golos UI Medium" panose="020B0604020202020204" pitchFamily="34" charset="-52"/>
            </a:endParaRPr>
          </a:p>
        </p:txBody>
      </p:sp>
      <p:graphicFrame>
        <p:nvGraphicFramePr>
          <p:cNvPr id="152" name="Таблица 151">
            <a:extLst>
              <a:ext uri="{FF2B5EF4-FFF2-40B4-BE49-F238E27FC236}">
                <a16:creationId xmlns:a16="http://schemas.microsoft.com/office/drawing/2014/main" id="{FBBBE0DF-2E5B-4CBA-B1EF-E8F3AECA8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113574"/>
              </p:ext>
            </p:extLst>
          </p:nvPr>
        </p:nvGraphicFramePr>
        <p:xfrm>
          <a:off x="12358424" y="7768466"/>
          <a:ext cx="1107905" cy="786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7905">
                  <a:extLst>
                    <a:ext uri="{9D8B030D-6E8A-4147-A177-3AD203B41FA5}">
                      <a16:colId xmlns:a16="http://schemas.microsoft.com/office/drawing/2014/main" val="610970591"/>
                    </a:ext>
                  </a:extLst>
                </a:gridCol>
              </a:tblGrid>
              <a:tr h="373364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Golos UI Medium" panose="020B0604020202020204" pitchFamily="3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yvci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ea typeface="Golos UI VF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08093"/>
                  </a:ext>
                </a:extLst>
              </a:tr>
              <a:tr h="410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yvpe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</a:rPr>
                        <a:t>*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50913" marR="50913" marT="50913" marB="50913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7428"/>
                  </a:ext>
                </a:extLst>
              </a:tr>
            </a:tbl>
          </a:graphicData>
        </a:graphic>
      </p:graphicFrame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FE3DCA06-8087-4C3E-AC7F-81BF576EEE6A}"/>
              </a:ext>
            </a:extLst>
          </p:cNvPr>
          <p:cNvSpPr/>
          <p:nvPr/>
        </p:nvSpPr>
        <p:spPr>
          <a:xfrm>
            <a:off x="12490970" y="7312804"/>
            <a:ext cx="842815" cy="375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09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Golos Text DemiBold" panose="020B0703020202020204" pitchFamily="34" charset="0"/>
                <a:cs typeface="Golos UI Medium" panose="020B0604020202020204" pitchFamily="34" charset="-52"/>
              </a:rPr>
              <a:t>ЮВАО</a:t>
            </a:r>
          </a:p>
        </p:txBody>
      </p:sp>
      <p:cxnSp>
        <p:nvCxnSpPr>
          <p:cNvPr id="154" name="Прямая соединительная линия 153">
            <a:extLst>
              <a:ext uri="{FF2B5EF4-FFF2-40B4-BE49-F238E27FC236}">
                <a16:creationId xmlns:a16="http://schemas.microsoft.com/office/drawing/2014/main" id="{EDA760EB-23F7-4AFC-BF01-9058D56480AE}"/>
              </a:ext>
            </a:extLst>
          </p:cNvPr>
          <p:cNvCxnSpPr>
            <a:cxnSpLocks/>
            <a:stCxn id="151" idx="2"/>
            <a:endCxn id="151" idx="6"/>
          </p:cNvCxnSpPr>
          <p:nvPr/>
        </p:nvCxnSpPr>
        <p:spPr>
          <a:xfrm>
            <a:off x="12398000" y="8161890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Прямая соединительная линия 154">
            <a:extLst>
              <a:ext uri="{FF2B5EF4-FFF2-40B4-BE49-F238E27FC236}">
                <a16:creationId xmlns:a16="http://schemas.microsoft.com/office/drawing/2014/main" id="{3FBC3569-CA3E-41BE-B9CC-33E2F060D003}"/>
              </a:ext>
            </a:extLst>
          </p:cNvPr>
          <p:cNvCxnSpPr>
            <a:cxnSpLocks/>
            <a:stCxn id="77" idx="2"/>
            <a:endCxn id="77" idx="6"/>
          </p:cNvCxnSpPr>
          <p:nvPr/>
        </p:nvCxnSpPr>
        <p:spPr>
          <a:xfrm>
            <a:off x="8843236" y="7080344"/>
            <a:ext cx="10022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Таблица 100">
            <a:extLst>
              <a:ext uri="{FF2B5EF4-FFF2-40B4-BE49-F238E27FC236}">
                <a16:creationId xmlns:a16="http://schemas.microsoft.com/office/drawing/2014/main" id="{10D7DD92-28CF-47CF-B6FA-0D4DC5096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993953"/>
              </p:ext>
            </p:extLst>
          </p:nvPr>
        </p:nvGraphicFramePr>
        <p:xfrm>
          <a:off x="625642" y="2767893"/>
          <a:ext cx="5354372" cy="5386308"/>
        </p:xfrm>
        <a:graphic>
          <a:graphicData uri="http://schemas.openxmlformats.org/drawingml/2006/table">
            <a:tbl>
              <a:tblPr>
                <a:effectLst/>
                <a:tableStyleId>{8EC20E35-A176-4012-BC5E-935CFFF8708E}</a:tableStyleId>
              </a:tblPr>
              <a:tblGrid>
                <a:gridCol w="888500">
                  <a:extLst>
                    <a:ext uri="{9D8B030D-6E8A-4147-A177-3AD203B41FA5}">
                      <a16:colId xmlns:a16="http://schemas.microsoft.com/office/drawing/2014/main" val="3406986213"/>
                    </a:ext>
                  </a:extLst>
                </a:gridCol>
                <a:gridCol w="1047050">
                  <a:extLst>
                    <a:ext uri="{9D8B030D-6E8A-4147-A177-3AD203B41FA5}">
                      <a16:colId xmlns:a16="http://schemas.microsoft.com/office/drawing/2014/main" val="4071456046"/>
                    </a:ext>
                  </a:extLst>
                </a:gridCol>
                <a:gridCol w="1051155">
                  <a:extLst>
                    <a:ext uri="{9D8B030D-6E8A-4147-A177-3AD203B41FA5}">
                      <a16:colId xmlns:a16="http://schemas.microsoft.com/office/drawing/2014/main" val="1133181293"/>
                    </a:ext>
                  </a:extLst>
                </a:gridCol>
                <a:gridCol w="1072618">
                  <a:extLst>
                    <a:ext uri="{9D8B030D-6E8A-4147-A177-3AD203B41FA5}">
                      <a16:colId xmlns:a16="http://schemas.microsoft.com/office/drawing/2014/main" val="2849304261"/>
                    </a:ext>
                  </a:extLst>
                </a:gridCol>
                <a:gridCol w="1295049">
                  <a:extLst>
                    <a:ext uri="{9D8B030D-6E8A-4147-A177-3AD203B41FA5}">
                      <a16:colId xmlns:a16="http://schemas.microsoft.com/office/drawing/2014/main" val="254461425"/>
                    </a:ext>
                  </a:extLst>
                </a:gridCol>
              </a:tblGrid>
              <a:tr h="5677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Округ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Предыдущий период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ru-R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*</a:t>
                      </a:r>
                      <a:endParaRPr lang="ru-RU" sz="1200" b="0" dirty="0">
                        <a:latin typeface="Golos UI Medium" panose="020B0604020202020204" pitchFamily="34" charset="-52"/>
                        <a:ea typeface="Golos UI VF Medium" panose="020B0504020202020204" pitchFamily="34" charset="0"/>
                        <a:cs typeface="Golos UI Medium" panose="020B0604020202020204" pitchFamily="34" charset="-52"/>
                      </a:endParaRPr>
                    </a:p>
                  </a:txBody>
                  <a:tcPr marL="14674" marR="14674" marT="14674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Отчетный период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pitchFamily="34" charset="-52"/>
                        <a:ea typeface="Golos UI VF Medium" panose="020B0504020202020204" pitchFamily="34" charset="0"/>
                        <a:cs typeface="Golos UI Medium" panose="020B0604020202020204" pitchFamily="34" charset="-52"/>
                      </a:endParaRPr>
                    </a:p>
                  </a:txBody>
                  <a:tcPr marL="14674" marR="14674" marT="14674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Процент</a:t>
                      </a:r>
                      <a:b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</a:b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обращений</a:t>
                      </a:r>
                    </a:p>
                  </a:txBody>
                  <a:tcPr marL="14674" marR="14674" marT="14674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*на 1 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000</a:t>
                      </a: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 </a:t>
                      </a:r>
                      <a:b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</a:b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жителей, проживающих </a:t>
                      </a:r>
                      <a:b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</a:b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в округе</a:t>
                      </a:r>
                    </a:p>
                  </a:txBody>
                  <a:tcPr marL="14674" marR="14674" marT="14674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0844975"/>
                  </a:ext>
                </a:extLst>
              </a:tr>
              <a:tr h="375034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ЦАО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cpr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ccu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*cpe*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*cci*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19884"/>
                  </a:ext>
                </a:extLst>
              </a:tr>
              <a:tr h="375034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САО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spr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scu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*spe*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*sci*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92989"/>
                  </a:ext>
                </a:extLst>
              </a:tr>
              <a:tr h="336874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СВАО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svpr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svcu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*svpe*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*svci*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536219"/>
                  </a:ext>
                </a:extLst>
              </a:tr>
              <a:tr h="331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ВАО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*vpr*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vcu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*vpe*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*vci*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539354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ЮВАО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*yvpr*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yvcu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yvpe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*yvci*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121188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ЮАО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*ypr*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ycu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ype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*yci*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198113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ЮЗАО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*yzpr*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yzcu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yzpe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yzci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971214"/>
                  </a:ext>
                </a:extLst>
              </a:tr>
              <a:tr h="301421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ЗАО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*zpr*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zcu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*zpe*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zci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297949"/>
                  </a:ext>
                </a:extLst>
              </a:tr>
              <a:tr h="325777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СЗАО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*szpr*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szcu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*szpe*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szci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246324"/>
                  </a:ext>
                </a:extLst>
              </a:tr>
              <a:tr h="323422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ЗелАО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pitchFamily="34" charset="-52"/>
                        <a:ea typeface="Golos UI VF Medium" panose="020B0504020202020204" pitchFamily="34" charset="0"/>
                        <a:cs typeface="Golos UI Medium" panose="020B0604020202020204" pitchFamily="34" charset="-52"/>
                      </a:endParaRP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*zepr*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zecu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*zepe*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zeci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335700"/>
                  </a:ext>
                </a:extLst>
              </a:tr>
              <a:tr h="332691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ТиНАО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pitchFamily="34" charset="-52"/>
                        <a:ea typeface="Golos UI VF Medium" panose="020B0504020202020204" pitchFamily="34" charset="0"/>
                        <a:cs typeface="Golos UI Medium" panose="020B0604020202020204" pitchFamily="34" charset="-52"/>
                      </a:endParaRP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*tipr*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ticu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*tipe*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tici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092666"/>
                  </a:ext>
                </a:extLst>
              </a:tr>
              <a:tr h="312931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ГБУ«АВД»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obr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Golos UI Medium" panose="020B0604020202020204" pitchFamily="34" charset="-52"/>
                        <a:cs typeface="Golos UI Medium" panose="020B060402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obcu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obpe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obci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853332"/>
                  </a:ext>
                </a:extLst>
              </a:tr>
              <a:tr h="312931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Иные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otr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otcu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otpe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otci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54044"/>
                  </a:ext>
                </a:extLst>
              </a:tr>
              <a:tr h="36810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ea typeface="Golos UI VF Medium" panose="020B0504020202020204" pitchFamily="34" charset="0"/>
                          <a:cs typeface="Golos UI Medium" panose="020B0604020202020204" pitchFamily="34" charset="-52"/>
                        </a:rPr>
                        <a:t>ВСЕГО </a:t>
                      </a:r>
                    </a:p>
                  </a:txBody>
                  <a:tcPr marL="106069" marR="7071" marT="7071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supr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sucu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*supe*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suci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106865"/>
                  </a:ext>
                </a:extLst>
              </a:tr>
            </a:tbl>
          </a:graphicData>
        </a:graphic>
      </p:graphicFrame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96739369-537E-4105-91A6-C622F3D3E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221" y="315460"/>
            <a:ext cx="438150" cy="476250"/>
          </a:xfrm>
          <a:prstGeom prst="rect">
            <a:avLst/>
          </a:prstGeom>
        </p:spPr>
      </p:pic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CA6CD7DB-0F56-4234-954E-295FC4D4B1F3}"/>
              </a:ext>
            </a:extLst>
          </p:cNvPr>
          <p:cNvSpPr/>
          <p:nvPr/>
        </p:nvSpPr>
        <p:spPr>
          <a:xfrm>
            <a:off x="4197262" y="211214"/>
            <a:ext cx="9766115" cy="695012"/>
          </a:xfrm>
          <a:prstGeom prst="rect">
            <a:avLst/>
          </a:prstGeom>
          <a:noFill/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31585" tIns="131585" rIns="131585" bIns="131585" rtlCol="0" anchor="ctr"/>
          <a:lstStyle/>
          <a:p>
            <a:pPr marL="0" marR="0" lvl="0" indent="0" algn="l" defTabSz="118238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Roboto Medium" panose="02000000000000000000" pitchFamily="2" charset="0"/>
                <a:cs typeface="Golos UI Medium" panose="020B0604020202020204" pitchFamily="34" charset="-52"/>
                <a:sym typeface="Helvetica Light"/>
              </a:rPr>
              <a:t>2.1 Обращения граждан. </a:t>
            </a:r>
          </a:p>
          <a:p>
            <a:pPr marL="0" marR="0" lvl="0" indent="0" algn="l" defTabSz="118238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olos UI Medium" panose="020B0604020202020204" charset="-52"/>
                <a:ea typeface="+mn-ea"/>
                <a:cs typeface="Golos UI Medium" panose="020B0604020202020204" charset="-52"/>
              </a:rPr>
              <a:t>АИС ЦУ КГХ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Roboto Medium" panose="02000000000000000000" pitchFamily="2" charset="0"/>
              <a:cs typeface="Golos UI Medium" panose="020B0604020202020204" pitchFamily="34" charset="-52"/>
              <a:sym typeface="Helvetica Light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8D342F0-78A9-4726-8959-F7B0858BA4C9}"/>
              </a:ext>
            </a:extLst>
          </p:cNvPr>
          <p:cNvSpPr/>
          <p:nvPr/>
        </p:nvSpPr>
        <p:spPr>
          <a:xfrm>
            <a:off x="14189430" y="199181"/>
            <a:ext cx="1088050" cy="400111"/>
          </a:xfrm>
          <a:prstGeom prst="rect">
            <a:avLst/>
          </a:prstGeom>
          <a:noFill/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31585" tIns="131585" rIns="131585" bIns="131585" rtlCol="0" anchor="ctr"/>
          <a:lstStyle/>
          <a:p>
            <a:pPr marL="0" marR="0" lvl="0" indent="0" algn="l" defTabSz="11823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Golos UI Medium" panose="020B0604020202020204" pitchFamily="34" charset="-52"/>
                <a:ea typeface="Roboto Medium" panose="02000000000000000000" pitchFamily="2" charset="0"/>
                <a:cs typeface="Golos UI Medium" panose="020B0604020202020204" pitchFamily="34" charset="-52"/>
                <a:sym typeface="Helvetica Light"/>
              </a:rPr>
              <a:t>date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Roboto Medium" panose="02000000000000000000" pitchFamily="2" charset="0"/>
              <a:cs typeface="Golos UI Medium" panose="020B0604020202020204" pitchFamily="34" charset="-52"/>
              <a:sym typeface="Helvetica Light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17CC997-9E4F-4894-881A-2D14B65C6172}"/>
              </a:ext>
            </a:extLst>
          </p:cNvPr>
          <p:cNvSpPr txBox="1"/>
          <p:nvPr/>
        </p:nvSpPr>
        <p:spPr>
          <a:xfrm>
            <a:off x="503946" y="10407340"/>
            <a:ext cx="11161421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526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" panose="020B0604020202020204" charset="-52"/>
                <a:ea typeface="+mn-ea"/>
                <a:cs typeface="Golos UI" panose="020B0604020202020204" charset="-52"/>
              </a:rPr>
              <a:t>** Аналогичный период за предыдущие сутки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" panose="020B0604020202020204" charset="-52"/>
              <a:ea typeface="+mn-ea"/>
              <a:cs typeface="Golos UI" panose="020B060402020202020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877243-9904-4776-BEE1-28651159A27E}"/>
              </a:ext>
            </a:extLst>
          </p:cNvPr>
          <p:cNvSpPr txBox="1"/>
          <p:nvPr/>
        </p:nvSpPr>
        <p:spPr>
          <a:xfrm>
            <a:off x="5353050" y="8718759"/>
            <a:ext cx="51435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  <a:t>*a1*</a:t>
            </a:r>
            <a:br>
              <a:rPr lang="en-US" sz="1200" dirty="0">
                <a:solidFill>
                  <a:schemeClr val="bg1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</a:br>
            <a:r>
              <a:rPr lang="en-US" sz="1050" dirty="0">
                <a:solidFill>
                  <a:schemeClr val="bg1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  <a:t>*a1c*</a:t>
            </a:r>
            <a:endParaRPr lang="ru-RU" sz="1200" dirty="0">
              <a:solidFill>
                <a:schemeClr val="bg1"/>
              </a:solidFill>
              <a:latin typeface="Golos UI Medium" panose="020B0604020202020204" pitchFamily="34" charset="-52"/>
              <a:cs typeface="Golos UI Medium" panose="020B0604020202020204" pitchFamily="34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2FA98D-9259-4924-82A3-53DC0E9E8533}"/>
              </a:ext>
            </a:extLst>
          </p:cNvPr>
          <p:cNvSpPr/>
          <p:nvPr/>
        </p:nvSpPr>
        <p:spPr>
          <a:xfrm>
            <a:off x="5311715" y="8748000"/>
            <a:ext cx="1841846" cy="438582"/>
          </a:xfrm>
          <a:prstGeom prst="rect">
            <a:avLst/>
          </a:prstGeom>
          <a:solidFill>
            <a:srgbClr val="959595"/>
          </a:solidFill>
          <a:ln>
            <a:solidFill>
              <a:srgbClr val="959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42A8EBC-2AC0-4221-9DBD-1D89B38D11B0}"/>
              </a:ext>
            </a:extLst>
          </p:cNvPr>
          <p:cNvSpPr txBox="1"/>
          <p:nvPr/>
        </p:nvSpPr>
        <p:spPr>
          <a:xfrm>
            <a:off x="5353050" y="9291030"/>
            <a:ext cx="51435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  <a:t>*a1*</a:t>
            </a:r>
            <a:br>
              <a:rPr lang="en-US" sz="1200" dirty="0">
                <a:solidFill>
                  <a:schemeClr val="bg1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</a:br>
            <a:r>
              <a:rPr lang="en-US" sz="1050" dirty="0">
                <a:solidFill>
                  <a:schemeClr val="bg1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  <a:t>*a1c*</a:t>
            </a:r>
            <a:endParaRPr lang="ru-RU" sz="1200" dirty="0">
              <a:solidFill>
                <a:schemeClr val="bg1"/>
              </a:solidFill>
              <a:latin typeface="Golos UI Medium" panose="020B0604020202020204" pitchFamily="34" charset="-52"/>
              <a:cs typeface="Golos UI Medium" panose="020B0604020202020204" pitchFamily="34" charset="-52"/>
            </a:endParaRPr>
          </a:p>
        </p:txBody>
      </p: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913D0885-A9CB-4D03-B92E-8ED2D016069C}"/>
              </a:ext>
            </a:extLst>
          </p:cNvPr>
          <p:cNvSpPr/>
          <p:nvPr/>
        </p:nvSpPr>
        <p:spPr>
          <a:xfrm>
            <a:off x="5311715" y="9288000"/>
            <a:ext cx="1841846" cy="438582"/>
          </a:xfrm>
          <a:prstGeom prst="rect">
            <a:avLst/>
          </a:prstGeom>
          <a:solidFill>
            <a:srgbClr val="959595"/>
          </a:solidFill>
          <a:ln>
            <a:solidFill>
              <a:srgbClr val="959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6F26F1E-BC07-4EFC-90C0-36E8459099FB}"/>
              </a:ext>
            </a:extLst>
          </p:cNvPr>
          <p:cNvSpPr txBox="1"/>
          <p:nvPr/>
        </p:nvSpPr>
        <p:spPr>
          <a:xfrm>
            <a:off x="5348899" y="9817961"/>
            <a:ext cx="51435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  <a:t>*a1*</a:t>
            </a:r>
            <a:br>
              <a:rPr lang="en-US" sz="1200" dirty="0">
                <a:solidFill>
                  <a:schemeClr val="bg1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</a:br>
            <a:r>
              <a:rPr lang="en-US" sz="1050" dirty="0">
                <a:solidFill>
                  <a:schemeClr val="bg1"/>
                </a:solidFill>
                <a:latin typeface="Golos UI Medium" panose="020B0604020202020204" pitchFamily="34" charset="-52"/>
                <a:cs typeface="Golos UI Medium" panose="020B0604020202020204" pitchFamily="34" charset="-52"/>
              </a:rPr>
              <a:t>*a1c*</a:t>
            </a:r>
            <a:endParaRPr lang="ru-RU" sz="1200" dirty="0">
              <a:solidFill>
                <a:schemeClr val="bg1"/>
              </a:solidFill>
              <a:latin typeface="Golos UI Medium" panose="020B0604020202020204" pitchFamily="34" charset="-52"/>
              <a:cs typeface="Golos UI Medium" panose="020B0604020202020204" pitchFamily="34" charset="-52"/>
            </a:endParaRP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621BCD26-BB78-4105-8691-04F5E4D86C20}"/>
              </a:ext>
            </a:extLst>
          </p:cNvPr>
          <p:cNvSpPr/>
          <p:nvPr/>
        </p:nvSpPr>
        <p:spPr>
          <a:xfrm>
            <a:off x="5307564" y="9828000"/>
            <a:ext cx="1841846" cy="438582"/>
          </a:xfrm>
          <a:prstGeom prst="rect">
            <a:avLst/>
          </a:prstGeom>
          <a:solidFill>
            <a:srgbClr val="959595"/>
          </a:solidFill>
          <a:ln>
            <a:solidFill>
              <a:srgbClr val="959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3482412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4487E0-7997-4685-ADF5-B0DF5904A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774" y="315460"/>
            <a:ext cx="438150" cy="476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B0ED0F-D555-4186-998A-D22CE2AD9488}"/>
              </a:ext>
            </a:extLst>
          </p:cNvPr>
          <p:cNvSpPr txBox="1"/>
          <p:nvPr/>
        </p:nvSpPr>
        <p:spPr>
          <a:xfrm>
            <a:off x="538163" y="10084853"/>
            <a:ext cx="11161421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526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" panose="020B0604020202020204" charset="-52"/>
                <a:ea typeface="+mn-ea"/>
                <a:cs typeface="Golos UI" panose="020B0604020202020204" charset="-52"/>
              </a:rPr>
              <a:t>* Детальная информация в разрезе районов направляется в адрес Префектур АО по поручению руководителя ДЖКХ г. Москвы с января 2024 года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7C7ADC5-2E55-4F67-BA5B-244D2D1377D6}"/>
              </a:ext>
            </a:extLst>
          </p:cNvPr>
          <p:cNvSpPr/>
          <p:nvPr/>
        </p:nvSpPr>
        <p:spPr>
          <a:xfrm>
            <a:off x="4161768" y="208150"/>
            <a:ext cx="10142565" cy="690870"/>
          </a:xfrm>
          <a:prstGeom prst="rect">
            <a:avLst/>
          </a:prstGeom>
          <a:noFill/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31585" tIns="131585" rIns="131585" bIns="131585" rtlCol="0" anchor="ctr"/>
          <a:lstStyle/>
          <a:p>
            <a:pPr marL="0" marR="0" lvl="0" indent="0" algn="l" defTabSz="118238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Roboto Medium" panose="02000000000000000000" pitchFamily="2" charset="0"/>
                <a:cs typeface="Golos UI Medium" panose="020B0604020202020204" pitchFamily="34" charset="-52"/>
                <a:sym typeface="Helvetica Light"/>
              </a:rPr>
              <a:t>2.2 Обращения граждан </a:t>
            </a:r>
            <a:b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Roboto Medium" panose="02000000000000000000" pitchFamily="2" charset="0"/>
                <a:cs typeface="Golos UI Medium" panose="020B0604020202020204" pitchFamily="34" charset="-52"/>
                <a:sym typeface="Helvetica Light"/>
              </a:rPr>
            </a:b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 Medium" panose="020B0604020202020204" pitchFamily="34" charset="-52"/>
                <a:ea typeface="Roboto Medium" panose="02000000000000000000" pitchFamily="2" charset="0"/>
                <a:cs typeface="Golos UI Medium" panose="020B0604020202020204" pitchFamily="34" charset="-52"/>
                <a:sym typeface="Helvetica Light"/>
              </a:rPr>
              <a:t>по основным темам*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EA20B5A1-068B-4018-AAB2-EA0F61529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052202"/>
              </p:ext>
            </p:extLst>
          </p:nvPr>
        </p:nvGraphicFramePr>
        <p:xfrm>
          <a:off x="538163" y="1738770"/>
          <a:ext cx="14040723" cy="8141973"/>
        </p:xfrm>
        <a:graphic>
          <a:graphicData uri="http://schemas.openxmlformats.org/drawingml/2006/table">
            <a:tbl>
              <a:tblPr/>
              <a:tblGrid>
                <a:gridCol w="606211">
                  <a:extLst>
                    <a:ext uri="{9D8B030D-6E8A-4147-A177-3AD203B41FA5}">
                      <a16:colId xmlns:a16="http://schemas.microsoft.com/office/drawing/2014/main" val="2898585062"/>
                    </a:ext>
                  </a:extLst>
                </a:gridCol>
                <a:gridCol w="3422563">
                  <a:extLst>
                    <a:ext uri="{9D8B030D-6E8A-4147-A177-3AD203B41FA5}">
                      <a16:colId xmlns:a16="http://schemas.microsoft.com/office/drawing/2014/main" val="46180916"/>
                    </a:ext>
                  </a:extLst>
                </a:gridCol>
                <a:gridCol w="606211">
                  <a:extLst>
                    <a:ext uri="{9D8B030D-6E8A-4147-A177-3AD203B41FA5}">
                      <a16:colId xmlns:a16="http://schemas.microsoft.com/office/drawing/2014/main" val="971197355"/>
                    </a:ext>
                  </a:extLst>
                </a:gridCol>
                <a:gridCol w="518010">
                  <a:extLst>
                    <a:ext uri="{9D8B030D-6E8A-4147-A177-3AD203B41FA5}">
                      <a16:colId xmlns:a16="http://schemas.microsoft.com/office/drawing/2014/main" val="1544231824"/>
                    </a:ext>
                  </a:extLst>
                </a:gridCol>
                <a:gridCol w="694411">
                  <a:extLst>
                    <a:ext uri="{9D8B030D-6E8A-4147-A177-3AD203B41FA5}">
                      <a16:colId xmlns:a16="http://schemas.microsoft.com/office/drawing/2014/main" val="3178397373"/>
                    </a:ext>
                  </a:extLst>
                </a:gridCol>
                <a:gridCol w="606211">
                  <a:extLst>
                    <a:ext uri="{9D8B030D-6E8A-4147-A177-3AD203B41FA5}">
                      <a16:colId xmlns:a16="http://schemas.microsoft.com/office/drawing/2014/main" val="2545448900"/>
                    </a:ext>
                  </a:extLst>
                </a:gridCol>
                <a:gridCol w="672514">
                  <a:extLst>
                    <a:ext uri="{9D8B030D-6E8A-4147-A177-3AD203B41FA5}">
                      <a16:colId xmlns:a16="http://schemas.microsoft.com/office/drawing/2014/main" val="679510842"/>
                    </a:ext>
                  </a:extLst>
                </a:gridCol>
                <a:gridCol w="606211">
                  <a:extLst>
                    <a:ext uri="{9D8B030D-6E8A-4147-A177-3AD203B41FA5}">
                      <a16:colId xmlns:a16="http://schemas.microsoft.com/office/drawing/2014/main" val="706957025"/>
                    </a:ext>
                  </a:extLst>
                </a:gridCol>
                <a:gridCol w="748291">
                  <a:extLst>
                    <a:ext uri="{9D8B030D-6E8A-4147-A177-3AD203B41FA5}">
                      <a16:colId xmlns:a16="http://schemas.microsoft.com/office/drawing/2014/main" val="3350787097"/>
                    </a:ext>
                  </a:extLst>
                </a:gridCol>
                <a:gridCol w="606211">
                  <a:extLst>
                    <a:ext uri="{9D8B030D-6E8A-4147-A177-3AD203B41FA5}">
                      <a16:colId xmlns:a16="http://schemas.microsoft.com/office/drawing/2014/main" val="3984465767"/>
                    </a:ext>
                  </a:extLst>
                </a:gridCol>
                <a:gridCol w="606211">
                  <a:extLst>
                    <a:ext uri="{9D8B030D-6E8A-4147-A177-3AD203B41FA5}">
                      <a16:colId xmlns:a16="http://schemas.microsoft.com/office/drawing/2014/main" val="772780897"/>
                    </a:ext>
                  </a:extLst>
                </a:gridCol>
                <a:gridCol w="710403">
                  <a:extLst>
                    <a:ext uri="{9D8B030D-6E8A-4147-A177-3AD203B41FA5}">
                      <a16:colId xmlns:a16="http://schemas.microsoft.com/office/drawing/2014/main" val="2452753792"/>
                    </a:ext>
                  </a:extLst>
                </a:gridCol>
                <a:gridCol w="757764">
                  <a:extLst>
                    <a:ext uri="{9D8B030D-6E8A-4147-A177-3AD203B41FA5}">
                      <a16:colId xmlns:a16="http://schemas.microsoft.com/office/drawing/2014/main" val="2573036390"/>
                    </a:ext>
                  </a:extLst>
                </a:gridCol>
                <a:gridCol w="757764">
                  <a:extLst>
                    <a:ext uri="{9D8B030D-6E8A-4147-A177-3AD203B41FA5}">
                      <a16:colId xmlns:a16="http://schemas.microsoft.com/office/drawing/2014/main" val="60294319"/>
                    </a:ext>
                  </a:extLst>
                </a:gridCol>
                <a:gridCol w="757764">
                  <a:extLst>
                    <a:ext uri="{9D8B030D-6E8A-4147-A177-3AD203B41FA5}">
                      <a16:colId xmlns:a16="http://schemas.microsoft.com/office/drawing/2014/main" val="3482393919"/>
                    </a:ext>
                  </a:extLst>
                </a:gridCol>
                <a:gridCol w="1363973">
                  <a:extLst>
                    <a:ext uri="{9D8B030D-6E8A-4147-A177-3AD203B41FA5}">
                      <a16:colId xmlns:a16="http://schemas.microsoft.com/office/drawing/2014/main" val="2723540306"/>
                    </a:ext>
                  </a:extLst>
                </a:gridCol>
              </a:tblGrid>
              <a:tr h="10884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№ п/п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Тема обращения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ЦАО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САО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СВАО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ВАО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ЮВАО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ЮАО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ЮЗАО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ЗАО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СЗАО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ЗелАО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ТиНАО</a:t>
                      </a:r>
                      <a:endParaRPr lang="ru-RU" sz="1400" b="0" i="0" u="none" strike="noStrike" dirty="0">
                        <a:solidFill>
                          <a:srgbClr val="FFFFFF"/>
                        </a:solidFill>
                        <a:effectLst/>
                        <a:latin typeface="Golos UI Medium" panose="020B0604020202020204" charset="-5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ГБУ «АВД»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Иные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</a:rPr>
                        <a:t>Общий итог по теме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93107"/>
                  </a:ext>
                </a:extLst>
              </a:tr>
              <a:tr h="50937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t1ob*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EF6B6B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231036"/>
                  </a:ext>
                </a:extLst>
              </a:tr>
              <a:tr h="4638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EF6B6B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91134"/>
                  </a:ext>
                </a:extLst>
              </a:tr>
              <a:tr h="51977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EF6B6B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821426"/>
                  </a:ext>
                </a:extLst>
              </a:tr>
              <a:tr h="6073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856286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37789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877393"/>
                  </a:ext>
                </a:extLst>
              </a:tr>
              <a:tr h="503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65953"/>
                  </a:ext>
                </a:extLst>
              </a:tr>
              <a:tr h="55263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661461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811255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299186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*t11ot*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20263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*t12c*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*t12ob*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12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*t12su*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98034"/>
                  </a:ext>
                </a:extLst>
              </a:tr>
              <a:tr h="76189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charset="-52"/>
                          <a:cs typeface="Golos UI Medium" panose="020B0604020202020204" charset="-52"/>
                        </a:rPr>
                        <a:t>Общий итог по округу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tsuc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tsusv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tsuv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tsuyv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*tsuy*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tsuyz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tsuz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tsusz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tsuze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tsuti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tsuob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tsuot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6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tsusu</a:t>
                      </a: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38694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267A47-D5FD-47BE-B63A-7F07620D7F57}"/>
              </a:ext>
            </a:extLst>
          </p:cNvPr>
          <p:cNvSpPr/>
          <p:nvPr/>
        </p:nvSpPr>
        <p:spPr>
          <a:xfrm>
            <a:off x="14189430" y="199181"/>
            <a:ext cx="1088050" cy="400111"/>
          </a:xfrm>
          <a:prstGeom prst="rect">
            <a:avLst/>
          </a:prstGeom>
          <a:noFill/>
          <a:ln w="12700">
            <a:miter lim="400000"/>
          </a:ln>
          <a:effectLst>
            <a:outerShdw blurRad="241300" dir="5400000" rotWithShape="0">
              <a:srgbClr val="000000">
                <a:alpha val="7856"/>
              </a:srgbClr>
            </a:outerShdw>
          </a:effectLst>
        </p:spPr>
        <p:txBody>
          <a:bodyPr lIns="131585" tIns="131585" rIns="131585" bIns="131585" rtlCol="0" anchor="ctr"/>
          <a:lstStyle/>
          <a:p>
            <a:pPr marL="0" marR="0" lvl="0" indent="0" algn="l" defTabSz="11823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Golos UI Medium" panose="020B0604020202020204" pitchFamily="34" charset="-52"/>
                <a:ea typeface="Roboto Medium" panose="02000000000000000000" pitchFamily="2" charset="0"/>
                <a:cs typeface="Golos UI Medium" panose="020B0604020202020204" pitchFamily="34" charset="-52"/>
                <a:sym typeface="Helvetica Light"/>
              </a:rPr>
              <a:t>date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los UI Medium" panose="020B0604020202020204" pitchFamily="34" charset="-52"/>
              <a:ea typeface="Roboto Medium" panose="02000000000000000000" pitchFamily="2" charset="0"/>
              <a:cs typeface="Golos UI Medium" panose="020B0604020202020204" pitchFamily="34" charset="-52"/>
              <a:sym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CEB0B8-1DD6-CB44-4CA7-1926E65E6F1E}"/>
              </a:ext>
            </a:extLst>
          </p:cNvPr>
          <p:cNvSpPr txBox="1"/>
          <p:nvPr/>
        </p:nvSpPr>
        <p:spPr>
          <a:xfrm>
            <a:off x="528832" y="10341333"/>
            <a:ext cx="11161421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526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los UI" panose="020B0604020202020204" charset="-52"/>
                <a:ea typeface="+mn-ea"/>
                <a:cs typeface="Golos UI" panose="020B0604020202020204" charset="-52"/>
              </a:rPr>
              <a:t>** Темы обращений граждан, находящиеся на контроле</a:t>
            </a:r>
          </a:p>
        </p:txBody>
      </p:sp>
    </p:spTree>
    <p:extLst>
      <p:ext uri="{BB962C8B-B14F-4D97-AF65-F5344CB8AC3E}">
        <p14:creationId xmlns:p14="http://schemas.microsoft.com/office/powerpoint/2010/main" val="3997122985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Макет титульного листа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 w="12700">
          <a:miter lim="400000"/>
        </a:ln>
        <a:effectLst>
          <a:outerShdw blurRad="241300" dir="5400000" rotWithShape="0">
            <a:srgbClr val="000000">
              <a:alpha val="7856"/>
            </a:srgbClr>
          </a:outerShdw>
        </a:effectLst>
      </a:spPr>
      <a:bodyPr lIns="118163" tIns="118163" rIns="118163" bIns="118163" anchor="ctr"/>
      <a:lstStyle>
        <a:defPPr defTabSz="1061731">
          <a:defRPr sz="4135">
            <a:solidFill>
              <a:srgbClr val="FFFFFF"/>
            </a:solidFill>
            <a:latin typeface="Helvetica Light"/>
            <a:ea typeface="Helvetica Light"/>
            <a:cs typeface="Helvetica Light"/>
            <a:sym typeface="Helvetica Light"/>
          </a:defRPr>
        </a:defPPr>
      </a:lstStyle>
    </a:spDef>
    <a:lnDef>
      <a:spPr>
        <a:noFill/>
        <a:ln w="25400" cap="flat">
          <a:solidFill>
            <a:srgbClr val="A6AAA9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Тема1" id="{69A3E849-0AF9-8F48-8841-075D7BBD7BBB}" vid="{2F5E9AAA-1A31-EB43-A59E-BFD5388FD05B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Макет листов отчета">
  <a:themeElements>
    <a:clrScheme name="Другая 114515415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D4EAF3"/>
      </a:accent1>
      <a:accent2>
        <a:srgbClr val="9AD3D9"/>
      </a:accent2>
      <a:accent3>
        <a:srgbClr val="A3CEED"/>
      </a:accent3>
      <a:accent4>
        <a:srgbClr val="75B5E4"/>
      </a:accent4>
      <a:accent5>
        <a:srgbClr val="C9D1D1"/>
      </a:accent5>
      <a:accent6>
        <a:srgbClr val="AFBABB"/>
      </a:accent6>
      <a:hlink>
        <a:srgbClr val="6B9F25"/>
      </a:hlink>
      <a:folHlink>
        <a:srgbClr val="9F6715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A7A7A7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normAutofit/>
      </a:bodyPr>
      <a:lstStyle>
        <a:defPPr marL="0" marR="0" indent="0" algn="l" defTabSz="182863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-200" normalizeH="0" baseline="0">
            <a:ln>
              <a:noFill/>
            </a:ln>
            <a:solidFill>
              <a:srgbClr val="53585F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A6AAA9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7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37729B8-9A2C-49BE-8AD4-3A6DBB92943C}">
  <we:reference id="wa104381063" version="1.0.0.1" store="ru-RU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122600</TotalTime>
  <Words>1104</Words>
  <Application>Microsoft Office PowerPoint</Application>
  <PresentationFormat>Произвольный</PresentationFormat>
  <Paragraphs>375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3</vt:i4>
      </vt:variant>
    </vt:vector>
  </HeadingPairs>
  <TitlesOfParts>
    <vt:vector size="20" baseType="lpstr">
      <vt:lpstr>Helvetica</vt:lpstr>
      <vt:lpstr>Calibri</vt:lpstr>
      <vt:lpstr>Helvetica Light</vt:lpstr>
      <vt:lpstr>Trebuchet MS Обычный</vt:lpstr>
      <vt:lpstr>Arial</vt:lpstr>
      <vt:lpstr>Golos UI Medium</vt:lpstr>
      <vt:lpstr>Golos UI Medium</vt:lpstr>
      <vt:lpstr>Golos UI</vt:lpstr>
      <vt:lpstr>Trebuchet MS</vt:lpstr>
      <vt:lpstr>Calibri Light</vt:lpstr>
      <vt:lpstr>Wingdings</vt:lpstr>
      <vt:lpstr>Helvetica Neue Medium</vt:lpstr>
      <vt:lpstr>Макет титульного листа</vt:lpstr>
      <vt:lpstr>Специальное оформление</vt:lpstr>
      <vt:lpstr>2_Макет листов отчета</vt:lpstr>
      <vt:lpstr>6_Office Theme</vt:lpstr>
      <vt:lpstr>7_Office Theme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Першин Александр Сергеевич</dc:creator>
  <cp:lastModifiedBy>Артём Аквилев</cp:lastModifiedBy>
  <cp:revision>9355</cp:revision>
  <cp:lastPrinted>2024-10-23T13:42:28Z</cp:lastPrinted>
  <dcterms:modified xsi:type="dcterms:W3CDTF">2026-02-05T18:07:20Z</dcterms:modified>
</cp:coreProperties>
</file>