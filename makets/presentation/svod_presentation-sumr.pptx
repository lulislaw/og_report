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7537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orient="horz" pos="4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6323" autoAdjust="0"/>
  </p:normalViewPr>
  <p:slideViewPr>
    <p:cSldViewPr snapToGrid="0">
      <p:cViewPr varScale="1">
        <p:scale>
          <a:sx n="153" d="100"/>
          <a:sy n="153" d="100"/>
        </p:scale>
        <p:origin x="732" y="138"/>
      </p:cViewPr>
      <p:guideLst>
        <p:guide orient="horz" pos="754"/>
        <p:guide pos="7537"/>
        <p:guide pos="166"/>
        <p:guide orient="horz" pos="42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1EB66-2669-4FB0-B2CA-DEDAF6765CB0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E9AE3-CC77-408A-9CE7-B3F29179C64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67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07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783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49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19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133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473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174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167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5640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33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939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770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562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408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456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698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151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68C1-D308-E684-724C-5E550CFD6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642F4A-53F5-EC47-EE32-36186C10E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05B24C-B3B3-B19E-52F4-FE381329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9F344B-1370-E207-736E-CC12C504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4256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54C1-57A4-4151-174E-E3F29113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BAD2BA-B630-E618-5894-57654EDE2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075509-584B-CE40-2350-88AD8EE00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F0C445-5C18-7D76-AE8C-B0DC1E3B4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242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427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0147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165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220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4E2A7-98D7-49CC-B000-89C34B2E5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A22E7D-51C1-4513-A4D0-B41CA5C14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9D2D28-BC86-4D34-AE08-DFF0AF1D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5609E-F2B9-4775-BB4B-4E0909CF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88AEF6-CA2D-4F1D-8102-780AAB72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30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FB15E-307B-45E3-A4D7-8A316312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6EF9E-950B-4A13-AFEA-7195A839A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4EBAFF-F5F9-4048-93BA-A1B99037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834B8A-CF01-4EC5-A870-DAD6AEB2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0743D6-6C9F-479D-8AB0-2F801FC6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404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5C496-42B2-40CD-BE52-31C4E447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F2A59C-34F6-4A82-94EE-3500BAEBB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8253E7-71B4-45F0-ACFD-47B3F1E1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B6D16E-8112-4816-AF25-3D28DD58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FDDAC-9939-4D88-9D78-CA1FCE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56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1D398-FB45-4325-8A1D-2072F41F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6030C-7DD4-4284-9477-A232536BF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E9AA34-BB75-4546-898B-6407CB5E6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1ABF5A-EC0E-4FD2-BD49-8AEDB05A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854965-0216-46DC-ADC2-3F9FA056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2AF235-25C8-4C4D-A185-82B59637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10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F4D2B-A21F-424A-B6AA-F3733CB7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719C0-5F68-4204-9E86-98A3DB11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3F4086-7D6E-4AEB-B8DB-614863C8E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B5AD37-451A-4FD8-BF4F-C0C075D64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710E0A-3934-4080-B569-74F8A845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07B208-0C4C-4077-8354-33891870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2031EE-A849-49BC-A2EE-5EAE0FCE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985F33-BC74-4D6C-BEEA-445387BF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718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09CC9-B221-42BF-8485-BEA098DD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E86128-0652-4269-8B2E-9B86E6FB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8F2C7D-EA62-423A-B174-57898D95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7B6F68-491A-40CB-8D24-6F3B5467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13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473BE8-612D-469F-BF26-7B33F7F1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2A8877-3A54-4F24-A3FF-0AA0F9BA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F90AE3-470A-49D1-9C58-9D95505B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24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C7D4C-18C0-4B34-AA26-938F731A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E3313-352A-4805-9630-4B93F7AB9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544270-75C8-4D95-AE02-D48692593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9BD843-F526-4910-B815-FCD5FAE6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9A1826-AEF3-4644-A6D5-6906F545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339C5-8021-4A68-BD08-FCBF3E44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368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3FE8C-8090-467D-B4D4-9FF7A05E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38F536-ED24-4E46-9703-52BEEF06C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793D27-B602-418A-B468-42C357C74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5694B3-9D47-4588-83B7-E8623237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28C96A-51EC-435D-9D0B-E88A89DE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FDC31B-4983-469E-8912-7E5967E5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9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5AECE-7D82-4932-AFCF-427B1F3D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DDF18D-DD7A-4A96-8DA5-6DC5AFE8B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93A6D-2707-482F-9FD5-4BFF9330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9CEE6-BE5A-4336-AFDC-DF800455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6E92D9-914C-4DEC-9818-E463D648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678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EAACCF-929C-4B55-B7CB-54C8CF3E0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6DCC79-D830-48B7-9D73-B6DE9CC0B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907670-3234-4EA2-BE4B-4AC2169B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7E699F-988D-44E6-841A-9EBBA1C6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5A481E-0783-4040-AF58-33F73F25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42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1E27F-0301-4724-A1D0-F5973882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8F22A6-E3A2-422B-B3B2-DF8EC1DEF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E2B7C9-81F6-4CFB-A0BF-BF97677C0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EAFF1-4F50-49FA-85EB-8D78EC55DD67}" type="datetimeFigureOut">
              <a:rPr lang="ru-RU" smtClean="0"/>
              <a:t>09.05.2026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FC2A10-E2FD-4070-9BA4-0C37DB255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418D69-23FA-4280-97E1-288B27C7C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17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1682" y="893158"/>
            <a:ext cx="12091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административным округам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C3E0A6A-003D-4012-8F51-C054DD4FC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882170"/>
              </p:ext>
            </p:extLst>
          </p:nvPr>
        </p:nvGraphicFramePr>
        <p:xfrm>
          <a:off x="386910" y="1295712"/>
          <a:ext cx="11424085" cy="4998906"/>
        </p:xfrm>
        <a:graphic>
          <a:graphicData uri="http://schemas.openxmlformats.org/drawingml/2006/table">
            <a:tbl>
              <a:tblPr/>
              <a:tblGrid>
                <a:gridCol w="382063">
                  <a:extLst>
                    <a:ext uri="{9D8B030D-6E8A-4147-A177-3AD203B41FA5}">
                      <a16:colId xmlns:a16="http://schemas.microsoft.com/office/drawing/2014/main" val="3210460924"/>
                    </a:ext>
                  </a:extLst>
                </a:gridCol>
                <a:gridCol w="2244619">
                  <a:extLst>
                    <a:ext uri="{9D8B030D-6E8A-4147-A177-3AD203B41FA5}">
                      <a16:colId xmlns:a16="http://schemas.microsoft.com/office/drawing/2014/main" val="738769531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96981031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224219045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70954838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914201017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33440699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593185297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45964022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25331077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1047719310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04677450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3283499144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1666894229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663138704"/>
                    </a:ext>
                  </a:extLst>
                </a:gridCol>
                <a:gridCol w="803924">
                  <a:extLst>
                    <a:ext uri="{9D8B030D-6E8A-4147-A177-3AD203B41FA5}">
                      <a16:colId xmlns:a16="http://schemas.microsoft.com/office/drawing/2014/main" val="1587925657"/>
                    </a:ext>
                  </a:extLst>
                </a:gridCol>
              </a:tblGrid>
              <a:tr h="37195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ЦАО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ЗелАО</a:t>
                      </a:r>
                      <a:endParaRPr lang="ru-RU" sz="1400" b="1" i="0" u="none" strike="noStrike" dirty="0">
                        <a:solidFill>
                          <a:srgbClr val="FFFFFF"/>
                        </a:solidFill>
                        <a:effectLst/>
                        <a:latin typeface="Golos UI Medium" panose="020B0604020202020204"/>
                      </a:endParaRP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ТиНАО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ГБУ «АВД»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Иные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578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t1ob*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*t1su*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36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2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*t2su*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81440"/>
                  </a:ext>
                </a:extLst>
              </a:tr>
              <a:tr h="40686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3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*t3su*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87063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4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399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5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780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6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91254"/>
                  </a:ext>
                </a:extLst>
              </a:tr>
              <a:tr h="3838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7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714975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8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4925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9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650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10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51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11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376203"/>
                  </a:ext>
                </a:extLst>
              </a:tr>
              <a:tr h="6718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    ОБЩИЙ ИТОГ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tsuc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tsuze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tsuti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tsuob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tsuot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tsusu</a:t>
                      </a: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200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42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ЦАО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B10AE48D-C044-4D71-BB9B-611ECAF2D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431870"/>
              </p:ext>
            </p:extLst>
          </p:nvPr>
        </p:nvGraphicFramePr>
        <p:xfrm>
          <a:off x="326071" y="1157990"/>
          <a:ext cx="11459533" cy="5149291"/>
        </p:xfrm>
        <a:graphic>
          <a:graphicData uri="http://schemas.openxmlformats.org/drawingml/2006/table">
            <a:tbl>
              <a:tblPr/>
              <a:tblGrid>
                <a:gridCol w="427462">
                  <a:extLst>
                    <a:ext uri="{9D8B030D-6E8A-4147-A177-3AD203B41FA5}">
                      <a16:colId xmlns:a16="http://schemas.microsoft.com/office/drawing/2014/main" val="2761872521"/>
                    </a:ext>
                  </a:extLst>
                </a:gridCol>
                <a:gridCol w="3831680">
                  <a:extLst>
                    <a:ext uri="{9D8B030D-6E8A-4147-A177-3AD203B41FA5}">
                      <a16:colId xmlns:a16="http://schemas.microsoft.com/office/drawing/2014/main" val="3967400486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109507399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367887566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294315840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99381767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579935489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39167800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99651340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261721385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218161474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300340154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475275964"/>
                    </a:ext>
                  </a:extLst>
                </a:gridCol>
              </a:tblGrid>
              <a:tr h="158969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6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7815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034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96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396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786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74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7645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5945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690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728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70870"/>
                  </a:ext>
                </a:extLst>
              </a:tr>
              <a:tr h="39159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60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34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87415"/>
              </p:ext>
            </p:extLst>
          </p:nvPr>
        </p:nvGraphicFramePr>
        <p:xfrm>
          <a:off x="273872" y="1122675"/>
          <a:ext cx="11528657" cy="5434397"/>
        </p:xfrm>
        <a:graphic>
          <a:graphicData uri="http://schemas.openxmlformats.org/drawingml/2006/table">
            <a:tbl>
              <a:tblPr/>
              <a:tblGrid>
                <a:gridCol w="409791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2781352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571887026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413129611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518115992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248644244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920301477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628476390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10915554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320679031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978126090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649555151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701098814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449788613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423215195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405034622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81972383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59133353"/>
                    </a:ext>
                  </a:extLst>
                </a:gridCol>
              </a:tblGrid>
              <a:tr h="119545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344351"/>
                  </a:ext>
                </a:extLst>
              </a:tr>
              <a:tr h="44609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9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CA60B105-1D15-4B26-94B5-059636DB9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54508"/>
              </p:ext>
            </p:extLst>
          </p:nvPr>
        </p:nvGraphicFramePr>
        <p:xfrm>
          <a:off x="285366" y="1098915"/>
          <a:ext cx="11630409" cy="5581004"/>
        </p:xfrm>
        <a:graphic>
          <a:graphicData uri="http://schemas.openxmlformats.org/drawingml/2006/table">
            <a:tbl>
              <a:tblPr/>
              <a:tblGrid>
                <a:gridCol w="396056">
                  <a:extLst>
                    <a:ext uri="{9D8B030D-6E8A-4147-A177-3AD203B41FA5}">
                      <a16:colId xmlns:a16="http://schemas.microsoft.com/office/drawing/2014/main" val="2259328507"/>
                    </a:ext>
                  </a:extLst>
                </a:gridCol>
                <a:gridCol w="2688133">
                  <a:extLst>
                    <a:ext uri="{9D8B030D-6E8A-4147-A177-3AD203B41FA5}">
                      <a16:colId xmlns:a16="http://schemas.microsoft.com/office/drawing/2014/main" val="1839152897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174730767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041914602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957069604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43097184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93534675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65416939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2900979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403698034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861419935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998573926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511745914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20709901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547491026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0308684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4124003269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39916786"/>
                    </a:ext>
                  </a:extLst>
                </a:gridCol>
                <a:gridCol w="447806">
                  <a:extLst>
                    <a:ext uri="{9D8B030D-6E8A-4147-A177-3AD203B41FA5}">
                      <a16:colId xmlns:a16="http://schemas.microsoft.com/office/drawing/2014/main" val="77692993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19201811"/>
                    </a:ext>
                  </a:extLst>
                </a:gridCol>
              </a:tblGrid>
              <a:tr h="13519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740" marR="5740" marT="574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545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602965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22573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066642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901858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89013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4604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309677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860390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93218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562474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01753"/>
                  </a:ext>
                </a:extLst>
              </a:tr>
              <a:tr h="40532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3319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29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4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7CC169F4-63CB-45AF-95F0-3EC49C980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92979"/>
              </p:ext>
            </p:extLst>
          </p:nvPr>
        </p:nvGraphicFramePr>
        <p:xfrm>
          <a:off x="282341" y="1157991"/>
          <a:ext cx="11681054" cy="5623872"/>
        </p:xfrm>
        <a:graphic>
          <a:graphicData uri="http://schemas.openxmlformats.org/drawingml/2006/table">
            <a:tbl>
              <a:tblPr/>
              <a:tblGrid>
                <a:gridCol w="415208">
                  <a:extLst>
                    <a:ext uri="{9D8B030D-6E8A-4147-A177-3AD203B41FA5}">
                      <a16:colId xmlns:a16="http://schemas.microsoft.com/office/drawing/2014/main" val="3848755621"/>
                    </a:ext>
                  </a:extLst>
                </a:gridCol>
                <a:gridCol w="2818120">
                  <a:extLst>
                    <a:ext uri="{9D8B030D-6E8A-4147-A177-3AD203B41FA5}">
                      <a16:colId xmlns:a16="http://schemas.microsoft.com/office/drawing/2014/main" val="3360163500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426927247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563702751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00011428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631029149"/>
                    </a:ext>
                  </a:extLst>
                </a:gridCol>
                <a:gridCol w="427138">
                  <a:extLst>
                    <a:ext uri="{9D8B030D-6E8A-4147-A177-3AD203B41FA5}">
                      <a16:colId xmlns:a16="http://schemas.microsoft.com/office/drawing/2014/main" val="103811252"/>
                    </a:ext>
                  </a:extLst>
                </a:gridCol>
                <a:gridCol w="566713">
                  <a:extLst>
                    <a:ext uri="{9D8B030D-6E8A-4147-A177-3AD203B41FA5}">
                      <a16:colId xmlns:a16="http://schemas.microsoft.com/office/drawing/2014/main" val="205724736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544764321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689458259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495954927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645844459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406981516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23935580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52845931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074554132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882246776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767685007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412771853"/>
                    </a:ext>
                  </a:extLst>
                </a:gridCol>
              </a:tblGrid>
              <a:tr h="1394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36025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579791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49611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43932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98676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57048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6584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964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0797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589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843643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41101"/>
                  </a:ext>
                </a:extLst>
              </a:tr>
              <a:tr h="3941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11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2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812436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4BBB17AB-6487-4289-B680-2B9053471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523156"/>
              </p:ext>
            </p:extLst>
          </p:nvPr>
        </p:nvGraphicFramePr>
        <p:xfrm>
          <a:off x="328425" y="1253333"/>
          <a:ext cx="11634970" cy="5586848"/>
        </p:xfrm>
        <a:graphic>
          <a:graphicData uri="http://schemas.openxmlformats.org/drawingml/2006/table">
            <a:tbl>
              <a:tblPr/>
              <a:tblGrid>
                <a:gridCol w="498377">
                  <a:extLst>
                    <a:ext uri="{9D8B030D-6E8A-4147-A177-3AD203B41FA5}">
                      <a16:colId xmlns:a16="http://schemas.microsoft.com/office/drawing/2014/main" val="3681044346"/>
                    </a:ext>
                  </a:extLst>
                </a:gridCol>
                <a:gridCol w="3382600">
                  <a:extLst>
                    <a:ext uri="{9D8B030D-6E8A-4147-A177-3AD203B41FA5}">
                      <a16:colId xmlns:a16="http://schemas.microsoft.com/office/drawing/2014/main" val="2241931296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19300308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3821768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58678073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48779066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05605209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277427517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603952230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50128002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4173515810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591083647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866519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20983764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09521574"/>
                    </a:ext>
                  </a:extLst>
                </a:gridCol>
              </a:tblGrid>
              <a:tr h="135774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082945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94694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560072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734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60949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380218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815136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30085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230042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64399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44257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945126"/>
                  </a:ext>
                </a:extLst>
              </a:tr>
              <a:tr h="4050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26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151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7C8F4E6C-772A-4EB5-AC7E-EE505F6AA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347556"/>
              </p:ext>
            </p:extLst>
          </p:nvPr>
        </p:nvGraphicFramePr>
        <p:xfrm>
          <a:off x="194733" y="1157991"/>
          <a:ext cx="11861793" cy="5597100"/>
        </p:xfrm>
        <a:graphic>
          <a:graphicData uri="http://schemas.openxmlformats.org/drawingml/2006/table">
            <a:tbl>
              <a:tblPr/>
              <a:tblGrid>
                <a:gridCol w="421633">
                  <a:extLst>
                    <a:ext uri="{9D8B030D-6E8A-4147-A177-3AD203B41FA5}">
                      <a16:colId xmlns:a16="http://schemas.microsoft.com/office/drawing/2014/main" val="3437853015"/>
                    </a:ext>
                  </a:extLst>
                </a:gridCol>
                <a:gridCol w="2861722">
                  <a:extLst>
                    <a:ext uri="{9D8B030D-6E8A-4147-A177-3AD203B41FA5}">
                      <a16:colId xmlns:a16="http://schemas.microsoft.com/office/drawing/2014/main" val="320682015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42670469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85722096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09096507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313662468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929429091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563411028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20489497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83922669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509206700"/>
                    </a:ext>
                  </a:extLst>
                </a:gridCol>
                <a:gridCol w="500132">
                  <a:extLst>
                    <a:ext uri="{9D8B030D-6E8A-4147-A177-3AD203B41FA5}">
                      <a16:colId xmlns:a16="http://schemas.microsoft.com/office/drawing/2014/main" val="1365306130"/>
                    </a:ext>
                  </a:extLst>
                </a:gridCol>
                <a:gridCol w="536331">
                  <a:extLst>
                    <a:ext uri="{9D8B030D-6E8A-4147-A177-3AD203B41FA5}">
                      <a16:colId xmlns:a16="http://schemas.microsoft.com/office/drawing/2014/main" val="4023188566"/>
                    </a:ext>
                  </a:extLst>
                </a:gridCol>
                <a:gridCol w="609131">
                  <a:extLst>
                    <a:ext uri="{9D8B030D-6E8A-4147-A177-3AD203B41FA5}">
                      <a16:colId xmlns:a16="http://schemas.microsoft.com/office/drawing/2014/main" val="3224079417"/>
                    </a:ext>
                  </a:extLst>
                </a:gridCol>
                <a:gridCol w="372862">
                  <a:extLst>
                    <a:ext uri="{9D8B030D-6E8A-4147-A177-3AD203B41FA5}">
                      <a16:colId xmlns:a16="http://schemas.microsoft.com/office/drawing/2014/main" val="69226752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408480031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540049954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74907700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462648222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9456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0770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1199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813604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5237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79741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41069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866004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082165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37310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31531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594986"/>
                  </a:ext>
                </a:extLst>
              </a:tr>
              <a:tr h="42364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104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03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F9D2426B-81DA-4744-A11C-B1F39B5AD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25952"/>
              </p:ext>
            </p:extLst>
          </p:nvPr>
        </p:nvGraphicFramePr>
        <p:xfrm>
          <a:off x="328426" y="1157991"/>
          <a:ext cx="11474110" cy="5658977"/>
        </p:xfrm>
        <a:graphic>
          <a:graphicData uri="http://schemas.openxmlformats.org/drawingml/2006/table">
            <a:tbl>
              <a:tblPr/>
              <a:tblGrid>
                <a:gridCol w="491486">
                  <a:extLst>
                    <a:ext uri="{9D8B030D-6E8A-4147-A177-3AD203B41FA5}">
                      <a16:colId xmlns:a16="http://schemas.microsoft.com/office/drawing/2014/main" val="137031210"/>
                    </a:ext>
                  </a:extLst>
                </a:gridCol>
                <a:gridCol w="3335829">
                  <a:extLst>
                    <a:ext uri="{9D8B030D-6E8A-4147-A177-3AD203B41FA5}">
                      <a16:colId xmlns:a16="http://schemas.microsoft.com/office/drawing/2014/main" val="67469883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2236480614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70044973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91442544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876992263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2611124907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574508553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655290470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054156159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412628257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872875851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062787291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116448956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498810956"/>
                    </a:ext>
                  </a:extLst>
                </a:gridCol>
              </a:tblGrid>
              <a:tr h="14298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966605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79601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872295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30107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68999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24070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406724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04890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967342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828222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6298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93695"/>
                  </a:ext>
                </a:extLst>
              </a:tr>
              <a:tr h="39956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07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86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4B7F02B2-5313-4E90-885C-C78D0D328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385478"/>
              </p:ext>
            </p:extLst>
          </p:nvPr>
        </p:nvGraphicFramePr>
        <p:xfrm>
          <a:off x="465666" y="1157992"/>
          <a:ext cx="11345330" cy="5235508"/>
        </p:xfrm>
        <a:graphic>
          <a:graphicData uri="http://schemas.openxmlformats.org/drawingml/2006/table">
            <a:tbl>
              <a:tblPr/>
              <a:tblGrid>
                <a:gridCol w="485970">
                  <a:extLst>
                    <a:ext uri="{9D8B030D-6E8A-4147-A177-3AD203B41FA5}">
                      <a16:colId xmlns:a16="http://schemas.microsoft.com/office/drawing/2014/main" val="380601480"/>
                    </a:ext>
                  </a:extLst>
                </a:gridCol>
                <a:gridCol w="3298391">
                  <a:extLst>
                    <a:ext uri="{9D8B030D-6E8A-4147-A177-3AD203B41FA5}">
                      <a16:colId xmlns:a16="http://schemas.microsoft.com/office/drawing/2014/main" val="2430280519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805230977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6412362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349470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615213200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206053230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03322074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00144497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540444258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937831503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415868178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8256022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4255157481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05008671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463474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4292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713540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6689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32116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06968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78675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7228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358330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84681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786448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413179"/>
                  </a:ext>
                </a:extLst>
              </a:tr>
              <a:tr h="41574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29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9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52EE66AA-E992-4CFC-AC54-C383D3A19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823286"/>
              </p:ext>
            </p:extLst>
          </p:nvPr>
        </p:nvGraphicFramePr>
        <p:xfrm>
          <a:off x="465667" y="1157990"/>
          <a:ext cx="11286064" cy="5178803"/>
        </p:xfrm>
        <a:graphic>
          <a:graphicData uri="http://schemas.openxmlformats.org/drawingml/2006/table">
            <a:tbl>
              <a:tblPr/>
              <a:tblGrid>
                <a:gridCol w="499533">
                  <a:extLst>
                    <a:ext uri="{9D8B030D-6E8A-4147-A177-3AD203B41FA5}">
                      <a16:colId xmlns:a16="http://schemas.microsoft.com/office/drawing/2014/main" val="3071852897"/>
                    </a:ext>
                  </a:extLst>
                </a:gridCol>
                <a:gridCol w="4236151">
                  <a:extLst>
                    <a:ext uri="{9D8B030D-6E8A-4147-A177-3AD203B41FA5}">
                      <a16:colId xmlns:a16="http://schemas.microsoft.com/office/drawing/2014/main" val="290628978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527413876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314875915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9715883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958744466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084719018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48880029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876284684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504018284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293693069"/>
                    </a:ext>
                  </a:extLst>
                </a:gridCol>
              </a:tblGrid>
              <a:tr h="1522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9826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912494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54849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67799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97702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45937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652871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20917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787479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119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549233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38250"/>
                  </a:ext>
                </a:extLst>
              </a:tr>
              <a:tr h="37510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90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58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380999" y="858098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ЗелАО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7321A13-B0F4-4771-B459-5D5E0B311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00368"/>
              </p:ext>
            </p:extLst>
          </p:nvPr>
        </p:nvGraphicFramePr>
        <p:xfrm>
          <a:off x="547265" y="1321443"/>
          <a:ext cx="11040533" cy="5004073"/>
        </p:xfrm>
        <a:graphic>
          <a:graphicData uri="http://schemas.openxmlformats.org/drawingml/2006/table">
            <a:tbl>
              <a:tblPr/>
              <a:tblGrid>
                <a:gridCol w="414868">
                  <a:extLst>
                    <a:ext uri="{9D8B030D-6E8A-4147-A177-3AD203B41FA5}">
                      <a16:colId xmlns:a16="http://schemas.microsoft.com/office/drawing/2014/main" val="267866877"/>
                    </a:ext>
                  </a:extLst>
                </a:gridCol>
                <a:gridCol w="5329033">
                  <a:extLst>
                    <a:ext uri="{9D8B030D-6E8A-4147-A177-3AD203B41FA5}">
                      <a16:colId xmlns:a16="http://schemas.microsoft.com/office/drawing/2014/main" val="3798513567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241096893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379563766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576009514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1589035558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126725692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792862004"/>
                    </a:ext>
                  </a:extLst>
                </a:gridCol>
              </a:tblGrid>
              <a:tr h="147301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103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525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0872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06506"/>
                  </a:ext>
                </a:extLst>
              </a:tr>
              <a:tr h="28820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17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1213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152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660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7107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609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1238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102244"/>
                  </a:ext>
                </a:extLst>
              </a:tr>
              <a:tr h="36285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26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21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67853"/>
              </p:ext>
            </p:extLst>
          </p:nvPr>
        </p:nvGraphicFramePr>
        <p:xfrm>
          <a:off x="465667" y="1039924"/>
          <a:ext cx="11260665" cy="5431931"/>
        </p:xfrm>
        <a:graphic>
          <a:graphicData uri="http://schemas.openxmlformats.org/drawingml/2006/table">
            <a:tbl>
              <a:tblPr/>
              <a:tblGrid>
                <a:gridCol w="417393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809674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887833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4942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6292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6757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15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6262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619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1679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619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943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2299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73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11635"/>
              </p:ext>
            </p:extLst>
          </p:nvPr>
        </p:nvGraphicFramePr>
        <p:xfrm>
          <a:off x="465667" y="1039924"/>
          <a:ext cx="11260664" cy="5436392"/>
        </p:xfrm>
        <a:graphic>
          <a:graphicData uri="http://schemas.openxmlformats.org/drawingml/2006/table">
            <a:tbl>
              <a:tblPr/>
              <a:tblGrid>
                <a:gridCol w="376316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34755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2854470827"/>
                    </a:ext>
                  </a:extLst>
                </a:gridCol>
                <a:gridCol w="80045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5021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6260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67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623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61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165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61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9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2271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6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32081"/>
              </p:ext>
            </p:extLst>
          </p:nvPr>
        </p:nvGraphicFramePr>
        <p:xfrm>
          <a:off x="465667" y="1039924"/>
          <a:ext cx="11260667" cy="5389171"/>
        </p:xfrm>
        <a:graphic>
          <a:graphicData uri="http://schemas.openxmlformats.org/drawingml/2006/table">
            <a:tbl>
              <a:tblPr/>
              <a:tblGrid>
                <a:gridCol w="34260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12701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2480936581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03947022"/>
                    </a:ext>
                  </a:extLst>
                </a:gridCol>
                <a:gridCol w="72874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457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342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78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314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9977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3066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511017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8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62908"/>
              </p:ext>
            </p:extLst>
          </p:nvPr>
        </p:nvGraphicFramePr>
        <p:xfrm>
          <a:off x="533399" y="1007449"/>
          <a:ext cx="11260666" cy="5324982"/>
        </p:xfrm>
        <a:graphic>
          <a:graphicData uri="http://schemas.openxmlformats.org/drawingml/2006/table">
            <a:tbl>
              <a:tblPr/>
              <a:tblGrid>
                <a:gridCol w="314429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2869890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66881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3595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81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32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3510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791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72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3510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86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72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3586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0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386883"/>
              </p:ext>
            </p:extLst>
          </p:nvPr>
        </p:nvGraphicFramePr>
        <p:xfrm>
          <a:off x="465667" y="1039924"/>
          <a:ext cx="11260668" cy="5369422"/>
        </p:xfrm>
        <a:graphic>
          <a:graphicData uri="http://schemas.openxmlformats.org/drawingml/2006/table">
            <a:tbl>
              <a:tblPr/>
              <a:tblGrid>
                <a:gridCol w="36081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21966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872197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810782">
                  <a:extLst>
                    <a:ext uri="{9D8B030D-6E8A-4147-A177-3AD203B41FA5}">
                      <a16:colId xmlns:a16="http://schemas.microsoft.com/office/drawing/2014/main" val="3446843965"/>
                    </a:ext>
                  </a:extLst>
                </a:gridCol>
                <a:gridCol w="61800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30346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03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468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96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00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393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97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393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519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11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322946"/>
              </p:ext>
            </p:extLst>
          </p:nvPr>
        </p:nvGraphicFramePr>
        <p:xfrm>
          <a:off x="211014" y="1058321"/>
          <a:ext cx="11667716" cy="5411717"/>
        </p:xfrm>
        <a:graphic>
          <a:graphicData uri="http://schemas.openxmlformats.org/drawingml/2006/table">
            <a:tbl>
              <a:tblPr/>
              <a:tblGrid>
                <a:gridCol w="428514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200952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801858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773724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9084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760971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95125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7863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7422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734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90EF-2CCF-91B0-C05F-BD2C2E82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6DE0E3-494D-7047-13D8-FBC86E3174D2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6F27B2-CF0C-390F-C3B8-AC03D1E6CFDF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CAC449-2873-E14B-3676-DE1624169E19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D10CAB3-D90C-8329-0ECF-FDE9484DFFEC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2F96FEA-9C05-FE94-2B1B-3D88A2E82906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B47574-A81C-B0BC-DBC5-9DCA9061AB42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CCB143-5977-120F-B6CC-86A8A20ACC4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9682C6E-B7F5-B627-2E88-E921EF6CA3C8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8E8293-D01F-A444-19B2-B364ACB410B6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6B5A94F-9AB1-499F-DAF2-A0B5A1709ED0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598BCE-9222-0AA8-5C84-C6C09821EF80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D775D90-8D36-A3D2-4D05-9B9BA92587C7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736C9A7-4DB9-9207-B9B5-807C0050557E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AA02B99-A2D5-991B-452A-0CEC61F3A304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254AC5E-EB51-38B0-EE09-76B553C93E8A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1795E9-A514-0696-0191-6D9E6BDDECB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2BCECAB-7017-C2E3-204E-1DE439DD1BFF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91AFB68-2766-A8C2-07DB-EF022768D138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CE86538-21DB-A0DD-3D41-A93AABC15AAF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99DD828-E8B0-3248-4A87-B167F03F3547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31F571B-FD3C-5B3E-112A-C5593DD054DF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53B7253-FEDC-C884-82C5-29CCFACEEB1A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5DC882-4A87-6BCA-2D09-CBBBC4D7F624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1C7592-5B09-0A16-6DEA-B98B42A5051B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7037FB1-D086-094B-38EE-C22C81FFA8E4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0E273A1-6965-089A-CEFD-8B045CC7BB06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3EAFF93-F073-8781-EA0C-F52C090170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A47F25C-0AFF-74FE-19F4-815B5406CBD6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FC3BADF-A11F-5133-742C-EB4F3B692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891010"/>
              </p:ext>
            </p:extLst>
          </p:nvPr>
        </p:nvGraphicFramePr>
        <p:xfrm>
          <a:off x="113211" y="1058321"/>
          <a:ext cx="11888289" cy="5504032"/>
        </p:xfrm>
        <a:graphic>
          <a:graphicData uri="http://schemas.openxmlformats.org/drawingml/2006/table">
            <a:tbl>
              <a:tblPr/>
              <a:tblGrid>
                <a:gridCol w="410468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400611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85125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8786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75649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40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C99D-1CCB-388B-6DFA-803F5476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8FA6B7-1A6A-F709-532F-93B5E56D1933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8FB222-568A-E5E1-7DAC-5046DB8E328F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DB4222-FDA0-83D8-CB3A-6003804C771C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BF26EB7-3BE1-C67B-9B4B-06F67986F19E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ADD1BF-66E4-08FF-3BA1-71DF7E477D0B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68F1E7-7FC2-B455-6390-6C318E756EF2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A0652F-0F74-418A-2320-BF241223A881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6DF2A2-6103-4823-207D-312092D880A4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EB60F6-58E0-396E-3C87-24AA7225532B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7A4252-BE72-F606-F84C-85C43FCFF71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1BC14B-11BD-DDAC-42AE-7A8F64E3CC17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2F0527F-229C-9B7E-6572-25C851385D8D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0775B75-F229-EE1B-43CF-9996B1421DA6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FCC4F0-CB42-EC7F-D9B8-7ECB8CFBCC62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FE22BE2-E2DF-49B2-5556-F875B309DCC6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FF862D-7656-5D81-FB4D-E5FC8AB7C755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B8831DA-6ED4-22A7-50D9-35F2A3881EDD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D1F1122-E4BC-D0E9-8276-65405AF095F5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D57044E-A41C-0B3D-C68A-936EF506C8B3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D4B7E09-F2D0-BFD1-86B4-6A3D228D7B9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D16B838-FEEC-C917-9C8C-9C830D31063C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F37EB3E-EC86-9EE8-5BF8-E28D98AF5640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1FF1443-5905-F0A7-BD8A-4B8DA7303155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2B55421-6CB6-8F21-3AC9-8F20DAE96D27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617DBCA-A7CA-7312-1428-EAB9544F1034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5BAC240-8DC5-5807-C91F-100D56B4DA17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BB90A3F-002C-5BAC-B506-790F5B5D3E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5602B73-7028-DD9F-9CB7-271164A82DD0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17F8639-A95E-F6F1-37BD-D227E059C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78523"/>
              </p:ext>
            </p:extLst>
          </p:nvPr>
        </p:nvGraphicFramePr>
        <p:xfrm>
          <a:off x="293672" y="1057915"/>
          <a:ext cx="11757056" cy="5469665"/>
        </p:xfrm>
        <a:graphic>
          <a:graphicData uri="http://schemas.openxmlformats.org/drawingml/2006/table">
            <a:tbl>
              <a:tblPr/>
              <a:tblGrid>
                <a:gridCol w="38507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4087787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4473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67267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8443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6092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71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938652"/>
              </p:ext>
            </p:extLst>
          </p:nvPr>
        </p:nvGraphicFramePr>
        <p:xfrm>
          <a:off x="139337" y="1083315"/>
          <a:ext cx="11975930" cy="5481984"/>
        </p:xfrm>
        <a:graphic>
          <a:graphicData uri="http://schemas.openxmlformats.org/drawingml/2006/table">
            <a:tbl>
              <a:tblPr/>
              <a:tblGrid>
                <a:gridCol w="350333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821073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61340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51380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9715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506107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06107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52118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52118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1531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3371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42914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40845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52329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73376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9024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9888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165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413773"/>
              </p:ext>
            </p:extLst>
          </p:nvPr>
        </p:nvGraphicFramePr>
        <p:xfrm>
          <a:off x="139337" y="1083315"/>
          <a:ext cx="11975930" cy="5484502"/>
        </p:xfrm>
        <a:graphic>
          <a:graphicData uri="http://schemas.openxmlformats.org/drawingml/2006/table">
            <a:tbl>
              <a:tblPr/>
              <a:tblGrid>
                <a:gridCol w="334888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652615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70585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3659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91154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70828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27777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27777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92592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1018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18979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17001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27979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27979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701413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92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9948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704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258496"/>
              </p:ext>
            </p:extLst>
          </p:nvPr>
        </p:nvGraphicFramePr>
        <p:xfrm>
          <a:off x="139337" y="1083315"/>
          <a:ext cx="11975931" cy="5354769"/>
        </p:xfrm>
        <a:graphic>
          <a:graphicData uri="http://schemas.openxmlformats.org/drawingml/2006/table">
            <a:tbl>
              <a:tblPr/>
              <a:tblGrid>
                <a:gridCol w="320747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98383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4649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13934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70415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4672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63366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63366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05492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05492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71792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488640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497065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495171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1112597304"/>
                    </a:ext>
                  </a:extLst>
                </a:gridCol>
                <a:gridCol w="671796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19306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6884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654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520577"/>
              </p:ext>
            </p:extLst>
          </p:nvPr>
        </p:nvGraphicFramePr>
        <p:xfrm>
          <a:off x="139337" y="1083315"/>
          <a:ext cx="11975928" cy="5492729"/>
        </p:xfrm>
        <a:graphic>
          <a:graphicData uri="http://schemas.openxmlformats.org/drawingml/2006/table">
            <a:tbl>
              <a:tblPr/>
              <a:tblGrid>
                <a:gridCol w="307752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35664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2435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49311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5135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2457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4459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4459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485012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485012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52678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46884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476927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475109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1112597304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2560002544"/>
                    </a:ext>
                  </a:extLst>
                </a:gridCol>
                <a:gridCol w="64457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636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40844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3959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5660</TotalTime>
  <Words>12582</Words>
  <Application>Microsoft Office PowerPoint</Application>
  <PresentationFormat>Широкоэкранный</PresentationFormat>
  <Paragraphs>4339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Golos UI</vt:lpstr>
      <vt:lpstr>Golos UI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Подпоркин Александр Сергеевич</dc:creator>
  <cp:lastModifiedBy>Артём Аквилев</cp:lastModifiedBy>
  <cp:revision>442</cp:revision>
  <dcterms:created xsi:type="dcterms:W3CDTF">2024-03-22T06:10:28Z</dcterms:created>
  <dcterms:modified xsi:type="dcterms:W3CDTF">2026-05-09T18:05:38Z</dcterms:modified>
</cp:coreProperties>
</file>